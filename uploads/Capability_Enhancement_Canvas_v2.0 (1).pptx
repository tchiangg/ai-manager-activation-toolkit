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BA37B1-8A36-4CF6-8C75-CE0EC778CC13}" v="26" dt="2026-07-09T02:52:22.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754" autoAdjust="0"/>
    <p:restoredTop sz="94660"/>
  </p:normalViewPr>
  <p:slideViewPr>
    <p:cSldViewPr snapToGrid="0" snapToObjects="1">
      <p:cViewPr varScale="1">
        <p:scale>
          <a:sx n="87" d="100"/>
          <a:sy n="87" d="100"/>
        </p:scale>
        <p:origin x="92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Aramovich" userId="c36f02d7-80de-405b-bc96-0c274f442be4" providerId="ADAL" clId="{B6F58CB4-AA79-48E1-A786-024DB5EFAD40}"/>
    <pc:docChg chg="custSel addSld modSld">
      <pc:chgData name="Nathan Aramovich" userId="c36f02d7-80de-405b-bc96-0c274f442be4" providerId="ADAL" clId="{B6F58CB4-AA79-48E1-A786-024DB5EFAD40}" dt="2026-07-09T02:52:22.620" v="1406" actId="27636"/>
      <pc:docMkLst>
        <pc:docMk/>
      </pc:docMkLst>
      <pc:sldChg chg="addSp delSp modSp mod">
        <pc:chgData name="Nathan Aramovich" userId="c36f02d7-80de-405b-bc96-0c274f442be4" providerId="ADAL" clId="{B6F58CB4-AA79-48E1-A786-024DB5EFAD40}" dt="2026-07-09T02:31:22.288" v="819" actId="255"/>
        <pc:sldMkLst>
          <pc:docMk/>
          <pc:sldMk cId="0" sldId="257"/>
        </pc:sldMkLst>
        <pc:spChg chg="del">
          <ac:chgData name="Nathan Aramovich" userId="c36f02d7-80de-405b-bc96-0c274f442be4" providerId="ADAL" clId="{B6F58CB4-AA79-48E1-A786-024DB5EFAD40}" dt="2026-07-09T02:22:11.288" v="0" actId="478"/>
          <ac:spMkLst>
            <pc:docMk/>
            <pc:sldMk cId="0" sldId="257"/>
            <ac:spMk id="29" creationId="{00000000-0000-0000-0000-000000000000}"/>
          </ac:spMkLst>
        </pc:spChg>
        <pc:spChg chg="mod">
          <ac:chgData name="Nathan Aramovich" userId="c36f02d7-80de-405b-bc96-0c274f442be4" providerId="ADAL" clId="{B6F58CB4-AA79-48E1-A786-024DB5EFAD40}" dt="2026-07-09T02:23:08.739" v="155" actId="403"/>
          <ac:spMkLst>
            <pc:docMk/>
            <pc:sldMk cId="0" sldId="257"/>
            <ac:spMk id="32" creationId="{00000000-0000-0000-0000-000000000000}"/>
          </ac:spMkLst>
        </pc:spChg>
        <pc:spChg chg="mod">
          <ac:chgData name="Nathan Aramovich" userId="c36f02d7-80de-405b-bc96-0c274f442be4" providerId="ADAL" clId="{B6F58CB4-AA79-48E1-A786-024DB5EFAD40}" dt="2026-07-09T02:23:17.395" v="156" actId="255"/>
          <ac:spMkLst>
            <pc:docMk/>
            <pc:sldMk cId="0" sldId="257"/>
            <ac:spMk id="33" creationId="{00000000-0000-0000-0000-000000000000}"/>
          </ac:spMkLst>
        </pc:spChg>
        <pc:spChg chg="mod">
          <ac:chgData name="Nathan Aramovich" userId="c36f02d7-80de-405b-bc96-0c274f442be4" providerId="ADAL" clId="{B6F58CB4-AA79-48E1-A786-024DB5EFAD40}" dt="2026-07-09T02:23:17.395" v="156" actId="255"/>
          <ac:spMkLst>
            <pc:docMk/>
            <pc:sldMk cId="0" sldId="257"/>
            <ac:spMk id="34" creationId="{00000000-0000-0000-0000-000000000000}"/>
          </ac:spMkLst>
        </pc:spChg>
        <pc:spChg chg="mod">
          <ac:chgData name="Nathan Aramovich" userId="c36f02d7-80de-405b-bc96-0c274f442be4" providerId="ADAL" clId="{B6F58CB4-AA79-48E1-A786-024DB5EFAD40}" dt="2026-07-09T02:23:22.907" v="157" actId="255"/>
          <ac:spMkLst>
            <pc:docMk/>
            <pc:sldMk cId="0" sldId="257"/>
            <ac:spMk id="35" creationId="{00000000-0000-0000-0000-000000000000}"/>
          </ac:spMkLst>
        </pc:spChg>
        <pc:spChg chg="mod">
          <ac:chgData name="Nathan Aramovich" userId="c36f02d7-80de-405b-bc96-0c274f442be4" providerId="ADAL" clId="{B6F58CB4-AA79-48E1-A786-024DB5EFAD40}" dt="2026-07-09T02:23:22.907" v="157" actId="255"/>
          <ac:spMkLst>
            <pc:docMk/>
            <pc:sldMk cId="0" sldId="257"/>
            <ac:spMk id="36" creationId="{00000000-0000-0000-0000-000000000000}"/>
          </ac:spMkLst>
        </pc:spChg>
        <pc:spChg chg="mod">
          <ac:chgData name="Nathan Aramovich" userId="c36f02d7-80de-405b-bc96-0c274f442be4" providerId="ADAL" clId="{B6F58CB4-AA79-48E1-A786-024DB5EFAD40}" dt="2026-07-09T02:27:38.365" v="564" actId="255"/>
          <ac:spMkLst>
            <pc:docMk/>
            <pc:sldMk cId="0" sldId="257"/>
            <ac:spMk id="38" creationId="{00000000-0000-0000-0000-000000000000}"/>
          </ac:spMkLst>
        </pc:spChg>
        <pc:spChg chg="mod">
          <ac:chgData name="Nathan Aramovich" userId="c36f02d7-80de-405b-bc96-0c274f442be4" providerId="ADAL" clId="{B6F58CB4-AA79-48E1-A786-024DB5EFAD40}" dt="2026-07-09T02:27:46.873" v="571" actId="1036"/>
          <ac:spMkLst>
            <pc:docMk/>
            <pc:sldMk cId="0" sldId="257"/>
            <ac:spMk id="39" creationId="{00000000-0000-0000-0000-000000000000}"/>
          </ac:spMkLst>
        </pc:spChg>
        <pc:spChg chg="mod">
          <ac:chgData name="Nathan Aramovich" userId="c36f02d7-80de-405b-bc96-0c274f442be4" providerId="ADAL" clId="{B6F58CB4-AA79-48E1-A786-024DB5EFAD40}" dt="2026-07-09T02:27:11.879" v="536" actId="1035"/>
          <ac:spMkLst>
            <pc:docMk/>
            <pc:sldMk cId="0" sldId="257"/>
            <ac:spMk id="40" creationId="{00000000-0000-0000-0000-000000000000}"/>
          </ac:spMkLst>
        </pc:spChg>
        <pc:spChg chg="del mod">
          <ac:chgData name="Nathan Aramovich" userId="c36f02d7-80de-405b-bc96-0c274f442be4" providerId="ADAL" clId="{B6F58CB4-AA79-48E1-A786-024DB5EFAD40}" dt="2026-07-09T02:26:56.710" v="509" actId="478"/>
          <ac:spMkLst>
            <pc:docMk/>
            <pc:sldMk cId="0" sldId="257"/>
            <ac:spMk id="41" creationId="{00000000-0000-0000-0000-000000000000}"/>
          </ac:spMkLst>
        </pc:spChg>
        <pc:spChg chg="mod">
          <ac:chgData name="Nathan Aramovich" userId="c36f02d7-80de-405b-bc96-0c274f442be4" providerId="ADAL" clId="{B6F58CB4-AA79-48E1-A786-024DB5EFAD40}" dt="2026-07-09T02:26:33.875" v="421" actId="164"/>
          <ac:spMkLst>
            <pc:docMk/>
            <pc:sldMk cId="0" sldId="257"/>
            <ac:spMk id="54" creationId="{00000000-0000-0000-0000-000000000000}"/>
          </ac:spMkLst>
        </pc:spChg>
        <pc:spChg chg="mod">
          <ac:chgData name="Nathan Aramovich" userId="c36f02d7-80de-405b-bc96-0c274f442be4" providerId="ADAL" clId="{B6F58CB4-AA79-48E1-A786-024DB5EFAD40}" dt="2026-07-09T02:24:55.024" v="178" actId="164"/>
          <ac:spMkLst>
            <pc:docMk/>
            <pc:sldMk cId="0" sldId="257"/>
            <ac:spMk id="57" creationId="{00000000-0000-0000-0000-000000000000}"/>
          </ac:spMkLst>
        </pc:spChg>
        <pc:spChg chg="mod">
          <ac:chgData name="Nathan Aramovich" userId="c36f02d7-80de-405b-bc96-0c274f442be4" providerId="ADAL" clId="{B6F58CB4-AA79-48E1-A786-024DB5EFAD40}" dt="2026-07-09T02:24:55.024" v="178" actId="164"/>
          <ac:spMkLst>
            <pc:docMk/>
            <pc:sldMk cId="0" sldId="257"/>
            <ac:spMk id="58"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60"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63"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65"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68"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69"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70"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71" creationId="{00000000-0000-0000-0000-000000000000}"/>
          </ac:spMkLst>
        </pc:spChg>
        <pc:spChg chg="mod">
          <ac:chgData name="Nathan Aramovich" userId="c36f02d7-80de-405b-bc96-0c274f442be4" providerId="ADAL" clId="{B6F58CB4-AA79-48E1-A786-024DB5EFAD40}" dt="2026-07-09T02:26:11.306" v="353" actId="14100"/>
          <ac:spMkLst>
            <pc:docMk/>
            <pc:sldMk cId="0" sldId="257"/>
            <ac:spMk id="72"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78"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79" creationId="{00000000-0000-0000-0000-000000000000}"/>
          </ac:spMkLst>
        </pc:spChg>
        <pc:spChg chg="mod">
          <ac:chgData name="Nathan Aramovich" userId="c36f02d7-80de-405b-bc96-0c274f442be4" providerId="ADAL" clId="{B6F58CB4-AA79-48E1-A786-024DB5EFAD40}" dt="2026-07-09T02:25:52.037" v="185" actId="164"/>
          <ac:spMkLst>
            <pc:docMk/>
            <pc:sldMk cId="0" sldId="257"/>
            <ac:spMk id="80" creationId="{00000000-0000-0000-0000-000000000000}"/>
          </ac:spMkLst>
        </pc:spChg>
        <pc:spChg chg="mod">
          <ac:chgData name="Nathan Aramovich" userId="c36f02d7-80de-405b-bc96-0c274f442be4" providerId="ADAL" clId="{B6F58CB4-AA79-48E1-A786-024DB5EFAD40}" dt="2026-07-09T02:27:55.720" v="573" actId="14100"/>
          <ac:spMkLst>
            <pc:docMk/>
            <pc:sldMk cId="0" sldId="257"/>
            <ac:spMk id="81" creationId="{00000000-0000-0000-0000-000000000000}"/>
          </ac:spMkLst>
        </pc:spChg>
        <pc:spChg chg="mod">
          <ac:chgData name="Nathan Aramovich" userId="c36f02d7-80de-405b-bc96-0c274f442be4" providerId="ADAL" clId="{B6F58CB4-AA79-48E1-A786-024DB5EFAD40}" dt="2026-07-09T02:28:02.487" v="595" actId="1036"/>
          <ac:spMkLst>
            <pc:docMk/>
            <pc:sldMk cId="0" sldId="257"/>
            <ac:spMk id="82" creationId="{00000000-0000-0000-0000-000000000000}"/>
          </ac:spMkLst>
        </pc:spChg>
        <pc:spChg chg="mod">
          <ac:chgData name="Nathan Aramovich" userId="c36f02d7-80de-405b-bc96-0c274f442be4" providerId="ADAL" clId="{B6F58CB4-AA79-48E1-A786-024DB5EFAD40}" dt="2026-07-09T02:28:53.863" v="623" actId="14100"/>
          <ac:spMkLst>
            <pc:docMk/>
            <pc:sldMk cId="0" sldId="257"/>
            <ac:spMk id="86" creationId="{00000000-0000-0000-0000-000000000000}"/>
          </ac:spMkLst>
        </pc:spChg>
        <pc:spChg chg="mod">
          <ac:chgData name="Nathan Aramovich" userId="c36f02d7-80de-405b-bc96-0c274f442be4" providerId="ADAL" clId="{B6F58CB4-AA79-48E1-A786-024DB5EFAD40}" dt="2026-07-09T02:28:46.574" v="620" actId="255"/>
          <ac:spMkLst>
            <pc:docMk/>
            <pc:sldMk cId="0" sldId="257"/>
            <ac:spMk id="87" creationId="{00000000-0000-0000-0000-000000000000}"/>
          </ac:spMkLst>
        </pc:spChg>
        <pc:spChg chg="mod">
          <ac:chgData name="Nathan Aramovich" userId="c36f02d7-80de-405b-bc96-0c274f442be4" providerId="ADAL" clId="{B6F58CB4-AA79-48E1-A786-024DB5EFAD40}" dt="2026-07-09T02:23:45.087" v="163" actId="164"/>
          <ac:spMkLst>
            <pc:docMk/>
            <pc:sldMk cId="0" sldId="257"/>
            <ac:spMk id="90" creationId="{00000000-0000-0000-0000-000000000000}"/>
          </ac:spMkLst>
        </pc:spChg>
        <pc:spChg chg="mod">
          <ac:chgData name="Nathan Aramovich" userId="c36f02d7-80de-405b-bc96-0c274f442be4" providerId="ADAL" clId="{B6F58CB4-AA79-48E1-A786-024DB5EFAD40}" dt="2026-07-09T02:23:45.087" v="163" actId="164"/>
          <ac:spMkLst>
            <pc:docMk/>
            <pc:sldMk cId="0" sldId="257"/>
            <ac:spMk id="91" creationId="{00000000-0000-0000-0000-000000000000}"/>
          </ac:spMkLst>
        </pc:spChg>
        <pc:spChg chg="mod">
          <ac:chgData name="Nathan Aramovich" userId="c36f02d7-80de-405b-bc96-0c274f442be4" providerId="ADAL" clId="{B6F58CB4-AA79-48E1-A786-024DB5EFAD40}" dt="2026-07-09T02:23:45.087" v="163" actId="164"/>
          <ac:spMkLst>
            <pc:docMk/>
            <pc:sldMk cId="0" sldId="257"/>
            <ac:spMk id="92" creationId="{00000000-0000-0000-0000-000000000000}"/>
          </ac:spMkLst>
        </pc:spChg>
        <pc:spChg chg="del">
          <ac:chgData name="Nathan Aramovich" userId="c36f02d7-80de-405b-bc96-0c274f442be4" providerId="ADAL" clId="{B6F58CB4-AA79-48E1-A786-024DB5EFAD40}" dt="2026-07-09T02:22:14.406" v="1" actId="478"/>
          <ac:spMkLst>
            <pc:docMk/>
            <pc:sldMk cId="0" sldId="257"/>
            <ac:spMk id="93" creationId="{00000000-0000-0000-0000-000000000000}"/>
          </ac:spMkLst>
        </pc:spChg>
        <pc:spChg chg="mod">
          <ac:chgData name="Nathan Aramovich" userId="c36f02d7-80de-405b-bc96-0c274f442be4" providerId="ADAL" clId="{B6F58CB4-AA79-48E1-A786-024DB5EFAD40}" dt="2026-07-09T02:23:08.739" v="155" actId="403"/>
          <ac:spMkLst>
            <pc:docMk/>
            <pc:sldMk cId="0" sldId="257"/>
            <ac:spMk id="96" creationId="{00000000-0000-0000-0000-000000000000}"/>
          </ac:spMkLst>
        </pc:spChg>
        <pc:spChg chg="mod">
          <ac:chgData name="Nathan Aramovich" userId="c36f02d7-80de-405b-bc96-0c274f442be4" providerId="ADAL" clId="{B6F58CB4-AA79-48E1-A786-024DB5EFAD40}" dt="2026-07-09T02:29:15.897" v="630" actId="255"/>
          <ac:spMkLst>
            <pc:docMk/>
            <pc:sldMk cId="0" sldId="257"/>
            <ac:spMk id="97" creationId="{00000000-0000-0000-0000-000000000000}"/>
          </ac:spMkLst>
        </pc:spChg>
        <pc:spChg chg="mod">
          <ac:chgData name="Nathan Aramovich" userId="c36f02d7-80de-405b-bc96-0c274f442be4" providerId="ADAL" clId="{B6F58CB4-AA79-48E1-A786-024DB5EFAD40}" dt="2026-07-09T02:29:19.621" v="631" actId="14100"/>
          <ac:spMkLst>
            <pc:docMk/>
            <pc:sldMk cId="0" sldId="257"/>
            <ac:spMk id="98" creationId="{00000000-0000-0000-0000-000000000000}"/>
          </ac:spMkLst>
        </pc:spChg>
        <pc:spChg chg="mod">
          <ac:chgData name="Nathan Aramovich" userId="c36f02d7-80de-405b-bc96-0c274f442be4" providerId="ADAL" clId="{B6F58CB4-AA79-48E1-A786-024DB5EFAD40}" dt="2026-07-09T02:29:27.604" v="645" actId="1036"/>
          <ac:spMkLst>
            <pc:docMk/>
            <pc:sldMk cId="0" sldId="257"/>
            <ac:spMk id="99" creationId="{00000000-0000-0000-0000-000000000000}"/>
          </ac:spMkLst>
        </pc:spChg>
        <pc:spChg chg="mod">
          <ac:chgData name="Nathan Aramovich" userId="c36f02d7-80de-405b-bc96-0c274f442be4" providerId="ADAL" clId="{B6F58CB4-AA79-48E1-A786-024DB5EFAD40}" dt="2026-07-09T02:29:27.604" v="645" actId="1036"/>
          <ac:spMkLst>
            <pc:docMk/>
            <pc:sldMk cId="0" sldId="257"/>
            <ac:spMk id="100" creationId="{00000000-0000-0000-0000-000000000000}"/>
          </ac:spMkLst>
        </pc:spChg>
        <pc:spChg chg="mod">
          <ac:chgData name="Nathan Aramovich" userId="c36f02d7-80de-405b-bc96-0c274f442be4" providerId="ADAL" clId="{B6F58CB4-AA79-48E1-A786-024DB5EFAD40}" dt="2026-07-09T02:30:16.789" v="702" actId="164"/>
          <ac:spMkLst>
            <pc:docMk/>
            <pc:sldMk cId="0" sldId="257"/>
            <ac:spMk id="101" creationId="{00000000-0000-0000-0000-000000000000}"/>
          </ac:spMkLst>
        </pc:spChg>
        <pc:spChg chg="mod">
          <ac:chgData name="Nathan Aramovich" userId="c36f02d7-80de-405b-bc96-0c274f442be4" providerId="ADAL" clId="{B6F58CB4-AA79-48E1-A786-024DB5EFAD40}" dt="2026-07-09T02:30:16.789" v="702" actId="164"/>
          <ac:spMkLst>
            <pc:docMk/>
            <pc:sldMk cId="0" sldId="257"/>
            <ac:spMk id="112"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16"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18"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21"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23"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24"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26"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29"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32"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33" creationId="{00000000-0000-0000-0000-000000000000}"/>
          </ac:spMkLst>
        </pc:spChg>
        <pc:spChg chg="mod">
          <ac:chgData name="Nathan Aramovich" userId="c36f02d7-80de-405b-bc96-0c274f442be4" providerId="ADAL" clId="{B6F58CB4-AA79-48E1-A786-024DB5EFAD40}" dt="2026-07-09T02:29:51.770" v="650" actId="164"/>
          <ac:spMkLst>
            <pc:docMk/>
            <pc:sldMk cId="0" sldId="257"/>
            <ac:spMk id="134" creationId="{00000000-0000-0000-0000-000000000000}"/>
          </ac:spMkLst>
        </pc:spChg>
        <pc:spChg chg="mod">
          <ac:chgData name="Nathan Aramovich" userId="c36f02d7-80de-405b-bc96-0c274f442be4" providerId="ADAL" clId="{B6F58CB4-AA79-48E1-A786-024DB5EFAD40}" dt="2026-07-09T02:30:44.837" v="789" actId="14100"/>
          <ac:spMkLst>
            <pc:docMk/>
            <pc:sldMk cId="0" sldId="257"/>
            <ac:spMk id="135" creationId="{00000000-0000-0000-0000-000000000000}"/>
          </ac:spMkLst>
        </pc:spChg>
        <pc:spChg chg="mod">
          <ac:chgData name="Nathan Aramovich" userId="c36f02d7-80de-405b-bc96-0c274f442be4" providerId="ADAL" clId="{B6F58CB4-AA79-48E1-A786-024DB5EFAD40}" dt="2026-07-09T02:30:53.153" v="806" actId="403"/>
          <ac:spMkLst>
            <pc:docMk/>
            <pc:sldMk cId="0" sldId="257"/>
            <ac:spMk id="136" creationId="{00000000-0000-0000-0000-000000000000}"/>
          </ac:spMkLst>
        </pc:spChg>
        <pc:spChg chg="mod">
          <ac:chgData name="Nathan Aramovich" userId="c36f02d7-80de-405b-bc96-0c274f442be4" providerId="ADAL" clId="{B6F58CB4-AA79-48E1-A786-024DB5EFAD40}" dt="2026-07-09T02:31:22.288" v="819" actId="255"/>
          <ac:spMkLst>
            <pc:docMk/>
            <pc:sldMk cId="0" sldId="257"/>
            <ac:spMk id="139" creationId="{00000000-0000-0000-0000-000000000000}"/>
          </ac:spMkLst>
        </pc:spChg>
        <pc:spChg chg="mod">
          <ac:chgData name="Nathan Aramovich" userId="c36f02d7-80de-405b-bc96-0c274f442be4" providerId="ADAL" clId="{B6F58CB4-AA79-48E1-A786-024DB5EFAD40}" dt="2026-07-09T02:31:22.288" v="819" actId="255"/>
          <ac:spMkLst>
            <pc:docMk/>
            <pc:sldMk cId="0" sldId="257"/>
            <ac:spMk id="140" creationId="{00000000-0000-0000-0000-000000000000}"/>
          </ac:spMkLst>
        </pc:spChg>
        <pc:spChg chg="add mod ord">
          <ac:chgData name="Nathan Aramovich" userId="c36f02d7-80de-405b-bc96-0c274f442be4" providerId="ADAL" clId="{B6F58CB4-AA79-48E1-A786-024DB5EFAD40}" dt="2026-07-09T02:22:32.420" v="4" actId="167"/>
          <ac:spMkLst>
            <pc:docMk/>
            <pc:sldMk cId="0" sldId="257"/>
            <ac:spMk id="141" creationId="{E3214DFD-8781-3399-5C58-8F1A49F9ED98}"/>
          </ac:spMkLst>
        </pc:spChg>
        <pc:spChg chg="add mod ord">
          <ac:chgData name="Nathan Aramovich" userId="c36f02d7-80de-405b-bc96-0c274f442be4" providerId="ADAL" clId="{B6F58CB4-AA79-48E1-A786-024DB5EFAD40}" dt="2026-07-09T02:22:57.446" v="153" actId="14100"/>
          <ac:spMkLst>
            <pc:docMk/>
            <pc:sldMk cId="0" sldId="257"/>
            <ac:spMk id="142" creationId="{B10EE0E6-160B-B67C-241F-00C2DAA479C4}"/>
          </ac:spMkLst>
        </pc:spChg>
        <pc:spChg chg="add mod">
          <ac:chgData name="Nathan Aramovich" userId="c36f02d7-80de-405b-bc96-0c274f442be4" providerId="ADAL" clId="{B6F58CB4-AA79-48E1-A786-024DB5EFAD40}" dt="2026-07-09T02:28:39.066" v="619" actId="1036"/>
          <ac:spMkLst>
            <pc:docMk/>
            <pc:sldMk cId="0" sldId="257"/>
            <ac:spMk id="147" creationId="{4236C316-90FA-6775-B054-8C552CB588D4}"/>
          </ac:spMkLst>
        </pc:spChg>
        <pc:spChg chg="add mod">
          <ac:chgData name="Nathan Aramovich" userId="c36f02d7-80de-405b-bc96-0c274f442be4" providerId="ADAL" clId="{B6F58CB4-AA79-48E1-A786-024DB5EFAD40}" dt="2026-07-09T02:29:01.554" v="625" actId="1076"/>
          <ac:spMkLst>
            <pc:docMk/>
            <pc:sldMk cId="0" sldId="257"/>
            <ac:spMk id="148" creationId="{C3B24613-234B-470F-D758-5E9D57D6FFFD}"/>
          </ac:spMkLst>
        </pc:spChg>
        <pc:spChg chg="add mod">
          <ac:chgData name="Nathan Aramovich" userId="c36f02d7-80de-405b-bc96-0c274f442be4" providerId="ADAL" clId="{B6F58CB4-AA79-48E1-A786-024DB5EFAD40}" dt="2026-07-09T02:31:14.028" v="814" actId="20577"/>
          <ac:spMkLst>
            <pc:docMk/>
            <pc:sldMk cId="0" sldId="257"/>
            <ac:spMk id="151" creationId="{757E76DE-2956-C65E-C379-69C771C83CD8}"/>
          </ac:spMkLst>
        </pc:spChg>
        <pc:grpChg chg="add mod">
          <ac:chgData name="Nathan Aramovich" userId="c36f02d7-80de-405b-bc96-0c274f442be4" providerId="ADAL" clId="{B6F58CB4-AA79-48E1-A786-024DB5EFAD40}" dt="2026-07-09T02:23:47.411" v="177" actId="1036"/>
          <ac:grpSpMkLst>
            <pc:docMk/>
            <pc:sldMk cId="0" sldId="257"/>
            <ac:grpSpMk id="143" creationId="{BA86588C-1B56-5B58-4665-3AF1E887F381}"/>
          </ac:grpSpMkLst>
        </pc:grpChg>
        <pc:grpChg chg="add mod">
          <ac:chgData name="Nathan Aramovich" userId="c36f02d7-80de-405b-bc96-0c274f442be4" providerId="ADAL" clId="{B6F58CB4-AA79-48E1-A786-024DB5EFAD40}" dt="2026-07-09T02:24:55.024" v="178" actId="164"/>
          <ac:grpSpMkLst>
            <pc:docMk/>
            <pc:sldMk cId="0" sldId="257"/>
            <ac:grpSpMk id="144" creationId="{EE13DCFA-C0C7-5747-F493-A91E43436DD2}"/>
          </ac:grpSpMkLst>
        </pc:grpChg>
        <pc:grpChg chg="mod">
          <ac:chgData name="Nathan Aramovich" userId="c36f02d7-80de-405b-bc96-0c274f442be4" providerId="ADAL" clId="{B6F58CB4-AA79-48E1-A786-024DB5EFAD40}" dt="2026-07-09T02:27:28.054" v="560" actId="1036"/>
          <ac:grpSpMkLst>
            <pc:docMk/>
            <pc:sldMk cId="0" sldId="257"/>
            <ac:grpSpMk id="145" creationId="{FF852FC3-9565-17CB-83D1-D997FFBC4FAE}"/>
          </ac:grpSpMkLst>
        </pc:grpChg>
        <pc:grpChg chg="add mod">
          <ac:chgData name="Nathan Aramovich" userId="c36f02d7-80de-405b-bc96-0c274f442be4" providerId="ADAL" clId="{B6F58CB4-AA79-48E1-A786-024DB5EFAD40}" dt="2026-07-09T02:27:19.604" v="548" actId="1036"/>
          <ac:grpSpMkLst>
            <pc:docMk/>
            <pc:sldMk cId="0" sldId="257"/>
            <ac:grpSpMk id="146" creationId="{839DAD2D-43EE-3364-092A-261DEA8DBE28}"/>
          </ac:grpSpMkLst>
        </pc:grpChg>
        <pc:grpChg chg="mod">
          <ac:chgData name="Nathan Aramovich" userId="c36f02d7-80de-405b-bc96-0c274f442be4" providerId="ADAL" clId="{B6F58CB4-AA79-48E1-A786-024DB5EFAD40}" dt="2026-07-09T02:30:37.989" v="788" actId="1036"/>
          <ac:grpSpMkLst>
            <pc:docMk/>
            <pc:sldMk cId="0" sldId="257"/>
            <ac:grpSpMk id="149" creationId="{8628CA4C-72EE-5F34-13FE-8FBEEE9BCEE5}"/>
          </ac:grpSpMkLst>
        </pc:grpChg>
        <pc:grpChg chg="add mod">
          <ac:chgData name="Nathan Aramovich" userId="c36f02d7-80de-405b-bc96-0c274f442be4" providerId="ADAL" clId="{B6F58CB4-AA79-48E1-A786-024DB5EFAD40}" dt="2026-07-09T02:30:21.344" v="722" actId="1036"/>
          <ac:grpSpMkLst>
            <pc:docMk/>
            <pc:sldMk cId="0" sldId="257"/>
            <ac:grpSpMk id="150" creationId="{62B69F1C-B836-ED8F-9B07-3CB21E5FA02A}"/>
          </ac:grpSpMkLst>
        </pc:grpChg>
        <pc:cxnChg chg="del">
          <ac:chgData name="Nathan Aramovich" userId="c36f02d7-80de-405b-bc96-0c274f442be4" providerId="ADAL" clId="{B6F58CB4-AA79-48E1-A786-024DB5EFAD40}" dt="2026-07-09T02:26:55.090" v="508" actId="478"/>
          <ac:cxnSpMkLst>
            <pc:docMk/>
            <pc:sldMk cId="0" sldId="257"/>
            <ac:cxnSpMk id="42" creationId="{00000000-0000-0000-0000-000000000000}"/>
          </ac:cxnSpMkLst>
        </pc:cxnChg>
        <pc:cxnChg chg="mod">
          <ac:chgData name="Nathan Aramovich" userId="c36f02d7-80de-405b-bc96-0c274f442be4" providerId="ADAL" clId="{B6F58CB4-AA79-48E1-A786-024DB5EFAD40}" dt="2026-07-09T02:26:33.875" v="421" actId="164"/>
          <ac:cxnSpMkLst>
            <pc:docMk/>
            <pc:sldMk cId="0" sldId="257"/>
            <ac:cxnSpMk id="43" creationId="{00000000-0000-0000-0000-000000000000}"/>
          </ac:cxnSpMkLst>
        </pc:cxnChg>
        <pc:cxnChg chg="mod">
          <ac:chgData name="Nathan Aramovich" userId="c36f02d7-80de-405b-bc96-0c274f442be4" providerId="ADAL" clId="{B6F58CB4-AA79-48E1-A786-024DB5EFAD40}" dt="2026-07-09T02:26:33.875" v="421" actId="164"/>
          <ac:cxnSpMkLst>
            <pc:docMk/>
            <pc:sldMk cId="0" sldId="257"/>
            <ac:cxnSpMk id="44" creationId="{00000000-0000-0000-0000-000000000000}"/>
          </ac:cxnSpMkLst>
        </pc:cxnChg>
        <pc:cxnChg chg="mod">
          <ac:chgData name="Nathan Aramovich" userId="c36f02d7-80de-405b-bc96-0c274f442be4" providerId="ADAL" clId="{B6F58CB4-AA79-48E1-A786-024DB5EFAD40}" dt="2026-07-09T02:26:33.875" v="421" actId="164"/>
          <ac:cxnSpMkLst>
            <pc:docMk/>
            <pc:sldMk cId="0" sldId="257"/>
            <ac:cxnSpMk id="45" creationId="{00000000-0000-0000-0000-000000000000}"/>
          </ac:cxnSpMkLst>
        </pc:cxnChg>
        <pc:cxnChg chg="mod">
          <ac:chgData name="Nathan Aramovich" userId="c36f02d7-80de-405b-bc96-0c274f442be4" providerId="ADAL" clId="{B6F58CB4-AA79-48E1-A786-024DB5EFAD40}" dt="2026-07-09T02:26:33.875" v="421" actId="164"/>
          <ac:cxnSpMkLst>
            <pc:docMk/>
            <pc:sldMk cId="0" sldId="257"/>
            <ac:cxnSpMk id="47" creationId="{00000000-0000-0000-0000-000000000000}"/>
          </ac:cxnSpMkLst>
        </pc:cxnChg>
        <pc:cxnChg chg="mod">
          <ac:chgData name="Nathan Aramovich" userId="c36f02d7-80de-405b-bc96-0c274f442be4" providerId="ADAL" clId="{B6F58CB4-AA79-48E1-A786-024DB5EFAD40}" dt="2026-07-09T02:26:33.875" v="421" actId="164"/>
          <ac:cxnSpMkLst>
            <pc:docMk/>
            <pc:sldMk cId="0" sldId="257"/>
            <ac:cxnSpMk id="48" creationId="{00000000-0000-0000-0000-000000000000}"/>
          </ac:cxnSpMkLst>
        </pc:cxnChg>
        <pc:cxnChg chg="mod">
          <ac:chgData name="Nathan Aramovich" userId="c36f02d7-80de-405b-bc96-0c274f442be4" providerId="ADAL" clId="{B6F58CB4-AA79-48E1-A786-024DB5EFAD40}" dt="2026-07-09T02:26:33.875" v="421" actId="164"/>
          <ac:cxnSpMkLst>
            <pc:docMk/>
            <pc:sldMk cId="0" sldId="257"/>
            <ac:cxnSpMk id="49" creationId="{00000000-0000-0000-0000-000000000000}"/>
          </ac:cxnSpMkLst>
        </pc:cxnChg>
        <pc:cxnChg chg="mod">
          <ac:chgData name="Nathan Aramovich" userId="c36f02d7-80de-405b-bc96-0c274f442be4" providerId="ADAL" clId="{B6F58CB4-AA79-48E1-A786-024DB5EFAD40}" dt="2026-07-09T02:26:33.875" v="421" actId="164"/>
          <ac:cxnSpMkLst>
            <pc:docMk/>
            <pc:sldMk cId="0" sldId="257"/>
            <ac:cxnSpMk id="51" creationId="{00000000-0000-0000-0000-000000000000}"/>
          </ac:cxnSpMkLst>
        </pc:cxnChg>
        <pc:cxnChg chg="mod">
          <ac:chgData name="Nathan Aramovich" userId="c36f02d7-80de-405b-bc96-0c274f442be4" providerId="ADAL" clId="{B6F58CB4-AA79-48E1-A786-024DB5EFAD40}" dt="2026-07-09T02:26:33.875" v="421" actId="164"/>
          <ac:cxnSpMkLst>
            <pc:docMk/>
            <pc:sldMk cId="0" sldId="257"/>
            <ac:cxnSpMk id="52" creationId="{00000000-0000-0000-0000-000000000000}"/>
          </ac:cxnSpMkLst>
        </pc:cxnChg>
        <pc:cxnChg chg="del">
          <ac:chgData name="Nathan Aramovich" userId="c36f02d7-80de-405b-bc96-0c274f442be4" providerId="ADAL" clId="{B6F58CB4-AA79-48E1-A786-024DB5EFAD40}" dt="2026-07-09T02:26:53.331" v="507" actId="478"/>
          <ac:cxnSpMkLst>
            <pc:docMk/>
            <pc:sldMk cId="0" sldId="257"/>
            <ac:cxnSpMk id="55" creationId="{00000000-0000-0000-0000-000000000000}"/>
          </ac:cxnSpMkLst>
        </pc:cxnChg>
        <pc:cxnChg chg="del mod">
          <ac:chgData name="Nathan Aramovich" userId="c36f02d7-80de-405b-bc96-0c274f442be4" providerId="ADAL" clId="{B6F58CB4-AA79-48E1-A786-024DB5EFAD40}" dt="2026-07-09T02:28:05.631" v="597" actId="478"/>
          <ac:cxnSpMkLst>
            <pc:docMk/>
            <pc:sldMk cId="0" sldId="257"/>
            <ac:cxnSpMk id="83" creationId="{00000000-0000-0000-0000-000000000000}"/>
          </ac:cxnSpMkLst>
        </pc:cxnChg>
        <pc:cxnChg chg="del">
          <ac:chgData name="Nathan Aramovich" userId="c36f02d7-80de-405b-bc96-0c274f442be4" providerId="ADAL" clId="{B6F58CB4-AA79-48E1-A786-024DB5EFAD40}" dt="2026-07-09T02:28:06.440" v="598" actId="478"/>
          <ac:cxnSpMkLst>
            <pc:docMk/>
            <pc:sldMk cId="0" sldId="257"/>
            <ac:cxnSpMk id="84" creationId="{00000000-0000-0000-0000-000000000000}"/>
          </ac:cxnSpMkLst>
        </pc:cxnChg>
        <pc:cxnChg chg="del">
          <ac:chgData name="Nathan Aramovich" userId="c36f02d7-80de-405b-bc96-0c274f442be4" providerId="ADAL" clId="{B6F58CB4-AA79-48E1-A786-024DB5EFAD40}" dt="2026-07-09T02:28:07.330" v="599" actId="478"/>
          <ac:cxnSpMkLst>
            <pc:docMk/>
            <pc:sldMk cId="0" sldId="257"/>
            <ac:cxnSpMk id="85" creationId="{00000000-0000-0000-0000-000000000000}"/>
          </ac:cxnSpMkLst>
        </pc:cxnChg>
        <pc:cxnChg chg="del">
          <ac:chgData name="Nathan Aramovich" userId="c36f02d7-80de-405b-bc96-0c274f442be4" providerId="ADAL" clId="{B6F58CB4-AA79-48E1-A786-024DB5EFAD40}" dt="2026-07-09T02:28:48.608" v="621" actId="478"/>
          <ac:cxnSpMkLst>
            <pc:docMk/>
            <pc:sldMk cId="0" sldId="257"/>
            <ac:cxnSpMk id="88" creationId="{00000000-0000-0000-0000-000000000000}"/>
          </ac:cxnSpMkLst>
        </pc:cxnChg>
        <pc:cxnChg chg="del">
          <ac:chgData name="Nathan Aramovich" userId="c36f02d7-80de-405b-bc96-0c274f442be4" providerId="ADAL" clId="{B6F58CB4-AA79-48E1-A786-024DB5EFAD40}" dt="2026-07-09T02:28:49.465" v="622" actId="478"/>
          <ac:cxnSpMkLst>
            <pc:docMk/>
            <pc:sldMk cId="0" sldId="257"/>
            <ac:cxnSpMk id="89" creationId="{00000000-0000-0000-0000-000000000000}"/>
          </ac:cxnSpMkLst>
        </pc:cxnChg>
        <pc:cxnChg chg="mod">
          <ac:chgData name="Nathan Aramovich" userId="c36f02d7-80de-405b-bc96-0c274f442be4" providerId="ADAL" clId="{B6F58CB4-AA79-48E1-A786-024DB5EFAD40}" dt="2026-07-09T02:30:16.789" v="702" actId="164"/>
          <ac:cxnSpMkLst>
            <pc:docMk/>
            <pc:sldMk cId="0" sldId="257"/>
            <ac:cxnSpMk id="105" creationId="{00000000-0000-0000-0000-000000000000}"/>
          </ac:cxnSpMkLst>
        </pc:cxnChg>
        <pc:cxnChg chg="mod">
          <ac:chgData name="Nathan Aramovich" userId="c36f02d7-80de-405b-bc96-0c274f442be4" providerId="ADAL" clId="{B6F58CB4-AA79-48E1-A786-024DB5EFAD40}" dt="2026-07-09T02:30:16.789" v="702" actId="164"/>
          <ac:cxnSpMkLst>
            <pc:docMk/>
            <pc:sldMk cId="0" sldId="257"/>
            <ac:cxnSpMk id="107" creationId="{00000000-0000-0000-0000-000000000000}"/>
          </ac:cxnSpMkLst>
        </pc:cxnChg>
        <pc:cxnChg chg="mod">
          <ac:chgData name="Nathan Aramovich" userId="c36f02d7-80de-405b-bc96-0c274f442be4" providerId="ADAL" clId="{B6F58CB4-AA79-48E1-A786-024DB5EFAD40}" dt="2026-07-09T02:30:16.789" v="702" actId="164"/>
          <ac:cxnSpMkLst>
            <pc:docMk/>
            <pc:sldMk cId="0" sldId="257"/>
            <ac:cxnSpMk id="108" creationId="{00000000-0000-0000-0000-000000000000}"/>
          </ac:cxnSpMkLst>
        </pc:cxnChg>
        <pc:cxnChg chg="mod">
          <ac:chgData name="Nathan Aramovich" userId="c36f02d7-80de-405b-bc96-0c274f442be4" providerId="ADAL" clId="{B6F58CB4-AA79-48E1-A786-024DB5EFAD40}" dt="2026-07-09T02:30:16.789" v="702" actId="164"/>
          <ac:cxnSpMkLst>
            <pc:docMk/>
            <pc:sldMk cId="0" sldId="257"/>
            <ac:cxnSpMk id="109" creationId="{00000000-0000-0000-0000-000000000000}"/>
          </ac:cxnSpMkLst>
        </pc:cxnChg>
        <pc:cxnChg chg="mod">
          <ac:chgData name="Nathan Aramovich" userId="c36f02d7-80de-405b-bc96-0c274f442be4" providerId="ADAL" clId="{B6F58CB4-AA79-48E1-A786-024DB5EFAD40}" dt="2026-07-09T02:30:16.789" v="702" actId="164"/>
          <ac:cxnSpMkLst>
            <pc:docMk/>
            <pc:sldMk cId="0" sldId="257"/>
            <ac:cxnSpMk id="110" creationId="{00000000-0000-0000-0000-000000000000}"/>
          </ac:cxnSpMkLst>
        </pc:cxnChg>
        <pc:cxnChg chg="mod">
          <ac:chgData name="Nathan Aramovich" userId="c36f02d7-80de-405b-bc96-0c274f442be4" providerId="ADAL" clId="{B6F58CB4-AA79-48E1-A786-024DB5EFAD40}" dt="2026-07-09T02:30:16.789" v="702" actId="164"/>
          <ac:cxnSpMkLst>
            <pc:docMk/>
            <pc:sldMk cId="0" sldId="257"/>
            <ac:cxnSpMk id="111" creationId="{00000000-0000-0000-0000-000000000000}"/>
          </ac:cxnSpMkLst>
        </pc:cxnChg>
        <pc:cxnChg chg="mod">
          <ac:chgData name="Nathan Aramovich" userId="c36f02d7-80de-405b-bc96-0c274f442be4" providerId="ADAL" clId="{B6F58CB4-AA79-48E1-A786-024DB5EFAD40}" dt="2026-07-09T02:30:16.789" v="702" actId="164"/>
          <ac:cxnSpMkLst>
            <pc:docMk/>
            <pc:sldMk cId="0" sldId="257"/>
            <ac:cxnSpMk id="114" creationId="{00000000-0000-0000-0000-000000000000}"/>
          </ac:cxnSpMkLst>
        </pc:cxnChg>
        <pc:cxnChg chg="del">
          <ac:chgData name="Nathan Aramovich" userId="c36f02d7-80de-405b-bc96-0c274f442be4" providerId="ADAL" clId="{B6F58CB4-AA79-48E1-A786-024DB5EFAD40}" dt="2026-07-09T02:30:56.711" v="807" actId="478"/>
          <ac:cxnSpMkLst>
            <pc:docMk/>
            <pc:sldMk cId="0" sldId="257"/>
            <ac:cxnSpMk id="137" creationId="{00000000-0000-0000-0000-000000000000}"/>
          </ac:cxnSpMkLst>
        </pc:cxnChg>
      </pc:sldChg>
      <pc:sldChg chg="addSp delSp modSp mod">
        <pc:chgData name="Nathan Aramovich" userId="c36f02d7-80de-405b-bc96-0c274f442be4" providerId="ADAL" clId="{B6F58CB4-AA79-48E1-A786-024DB5EFAD40}" dt="2026-07-09T02:52:08.570" v="1392"/>
        <pc:sldMkLst>
          <pc:docMk/>
          <pc:sldMk cId="0" sldId="258"/>
        </pc:sldMkLst>
        <pc:spChg chg="del">
          <ac:chgData name="Nathan Aramovich" userId="c36f02d7-80de-405b-bc96-0c274f442be4" providerId="ADAL" clId="{B6F58CB4-AA79-48E1-A786-024DB5EFAD40}" dt="2026-07-09T02:31:42.520" v="820" actId="478"/>
          <ac:spMkLst>
            <pc:docMk/>
            <pc:sldMk cId="0" sldId="258"/>
            <ac:spMk id="29" creationId="{00000000-0000-0000-0000-000000000000}"/>
          </ac:spMkLst>
        </pc:spChg>
        <pc:spChg chg="add mod">
          <ac:chgData name="Nathan Aramovich" userId="c36f02d7-80de-405b-bc96-0c274f442be4" providerId="ADAL" clId="{B6F58CB4-AA79-48E1-A786-024DB5EFAD40}" dt="2026-07-09T02:52:08.570" v="1392"/>
          <ac:spMkLst>
            <pc:docMk/>
            <pc:sldMk cId="0" sldId="258"/>
            <ac:spMk id="29" creationId="{9C10C1E2-DA73-E0FD-18DF-17049D6B93D9}"/>
          </ac:spMkLst>
        </pc:spChg>
        <pc:spChg chg="mod">
          <ac:chgData name="Nathan Aramovich" userId="c36f02d7-80de-405b-bc96-0c274f442be4" providerId="ADAL" clId="{B6F58CB4-AA79-48E1-A786-024DB5EFAD40}" dt="2026-07-09T02:32:26.154" v="846" actId="403"/>
          <ac:spMkLst>
            <pc:docMk/>
            <pc:sldMk cId="0" sldId="258"/>
            <ac:spMk id="32" creationId="{00000000-0000-0000-0000-000000000000}"/>
          </ac:spMkLst>
        </pc:spChg>
        <pc:spChg chg="mod">
          <ac:chgData name="Nathan Aramovich" userId="c36f02d7-80de-405b-bc96-0c274f442be4" providerId="ADAL" clId="{B6F58CB4-AA79-48E1-A786-024DB5EFAD40}" dt="2026-07-09T02:32:36.193" v="851" actId="255"/>
          <ac:spMkLst>
            <pc:docMk/>
            <pc:sldMk cId="0" sldId="258"/>
            <ac:spMk id="33" creationId="{00000000-0000-0000-0000-000000000000}"/>
          </ac:spMkLst>
        </pc:spChg>
        <pc:spChg chg="mod">
          <ac:chgData name="Nathan Aramovich" userId="c36f02d7-80de-405b-bc96-0c274f442be4" providerId="ADAL" clId="{B6F58CB4-AA79-48E1-A786-024DB5EFAD40}" dt="2026-07-09T02:32:36.193" v="851" actId="255"/>
          <ac:spMkLst>
            <pc:docMk/>
            <pc:sldMk cId="0" sldId="258"/>
            <ac:spMk id="34" creationId="{00000000-0000-0000-0000-000000000000}"/>
          </ac:spMkLst>
        </pc:spChg>
        <pc:spChg chg="mod">
          <ac:chgData name="Nathan Aramovich" userId="c36f02d7-80de-405b-bc96-0c274f442be4" providerId="ADAL" clId="{B6F58CB4-AA79-48E1-A786-024DB5EFAD40}" dt="2026-07-09T02:32:36.193" v="851" actId="255"/>
          <ac:spMkLst>
            <pc:docMk/>
            <pc:sldMk cId="0" sldId="258"/>
            <ac:spMk id="35" creationId="{00000000-0000-0000-0000-000000000000}"/>
          </ac:spMkLst>
        </pc:spChg>
        <pc:spChg chg="mod">
          <ac:chgData name="Nathan Aramovich" userId="c36f02d7-80de-405b-bc96-0c274f442be4" providerId="ADAL" clId="{B6F58CB4-AA79-48E1-A786-024DB5EFAD40}" dt="2026-07-09T02:37:30.621" v="1174" actId="14100"/>
          <ac:spMkLst>
            <pc:docMk/>
            <pc:sldMk cId="0" sldId="258"/>
            <ac:spMk id="36" creationId="{00000000-0000-0000-0000-000000000000}"/>
          </ac:spMkLst>
        </pc:spChg>
        <pc:spChg chg="mod">
          <ac:chgData name="Nathan Aramovich" userId="c36f02d7-80de-405b-bc96-0c274f442be4" providerId="ADAL" clId="{B6F58CB4-AA79-48E1-A786-024DB5EFAD40}" dt="2026-07-09T02:33:31.834" v="872" actId="1035"/>
          <ac:spMkLst>
            <pc:docMk/>
            <pc:sldMk cId="0" sldId="258"/>
            <ac:spMk id="37" creationId="{00000000-0000-0000-0000-000000000000}"/>
          </ac:spMkLst>
        </pc:spChg>
        <pc:spChg chg="mod">
          <ac:chgData name="Nathan Aramovich" userId="c36f02d7-80de-405b-bc96-0c274f442be4" providerId="ADAL" clId="{B6F58CB4-AA79-48E1-A786-024DB5EFAD40}" dt="2026-07-09T02:33:42.461" v="873" actId="164"/>
          <ac:spMkLst>
            <pc:docMk/>
            <pc:sldMk cId="0" sldId="258"/>
            <ac:spMk id="38" creationId="{00000000-0000-0000-0000-000000000000}"/>
          </ac:spMkLst>
        </pc:spChg>
        <pc:spChg chg="mod">
          <ac:chgData name="Nathan Aramovich" userId="c36f02d7-80de-405b-bc96-0c274f442be4" providerId="ADAL" clId="{B6F58CB4-AA79-48E1-A786-024DB5EFAD40}" dt="2026-07-09T02:33:59.110" v="890" actId="403"/>
          <ac:spMkLst>
            <pc:docMk/>
            <pc:sldMk cId="0" sldId="258"/>
            <ac:spMk id="39" creationId="{00000000-0000-0000-0000-000000000000}"/>
          </ac:spMkLst>
        </pc:spChg>
        <pc:spChg chg="mod">
          <ac:chgData name="Nathan Aramovich" userId="c36f02d7-80de-405b-bc96-0c274f442be4" providerId="ADAL" clId="{B6F58CB4-AA79-48E1-A786-024DB5EFAD40}" dt="2026-07-09T02:37:16.037" v="1173" actId="404"/>
          <ac:spMkLst>
            <pc:docMk/>
            <pc:sldMk cId="0" sldId="258"/>
            <ac:spMk id="40" creationId="{00000000-0000-0000-0000-000000000000}"/>
          </ac:spMkLst>
        </pc:spChg>
        <pc:spChg chg="mod">
          <ac:chgData name="Nathan Aramovich" userId="c36f02d7-80de-405b-bc96-0c274f442be4" providerId="ADAL" clId="{B6F58CB4-AA79-48E1-A786-024DB5EFAD40}" dt="2026-07-09T02:33:42.461" v="873" actId="164"/>
          <ac:spMkLst>
            <pc:docMk/>
            <pc:sldMk cId="0" sldId="258"/>
            <ac:spMk id="41" creationId="{00000000-0000-0000-0000-000000000000}"/>
          </ac:spMkLst>
        </pc:spChg>
        <pc:spChg chg="mod">
          <ac:chgData name="Nathan Aramovich" userId="c36f02d7-80de-405b-bc96-0c274f442be4" providerId="ADAL" clId="{B6F58CB4-AA79-48E1-A786-024DB5EFAD40}" dt="2026-07-09T02:33:59.110" v="890" actId="403"/>
          <ac:spMkLst>
            <pc:docMk/>
            <pc:sldMk cId="0" sldId="258"/>
            <ac:spMk id="42" creationId="{00000000-0000-0000-0000-000000000000}"/>
          </ac:spMkLst>
        </pc:spChg>
        <pc:spChg chg="mod">
          <ac:chgData name="Nathan Aramovich" userId="c36f02d7-80de-405b-bc96-0c274f442be4" providerId="ADAL" clId="{B6F58CB4-AA79-48E1-A786-024DB5EFAD40}" dt="2026-07-09T02:34:21.420" v="899" actId="1035"/>
          <ac:spMkLst>
            <pc:docMk/>
            <pc:sldMk cId="0" sldId="258"/>
            <ac:spMk id="43" creationId="{00000000-0000-0000-0000-000000000000}"/>
          </ac:spMkLst>
        </pc:spChg>
        <pc:spChg chg="mod">
          <ac:chgData name="Nathan Aramovich" userId="c36f02d7-80de-405b-bc96-0c274f442be4" providerId="ADAL" clId="{B6F58CB4-AA79-48E1-A786-024DB5EFAD40}" dt="2026-07-09T02:33:42.461" v="873" actId="164"/>
          <ac:spMkLst>
            <pc:docMk/>
            <pc:sldMk cId="0" sldId="258"/>
            <ac:spMk id="44" creationId="{00000000-0000-0000-0000-000000000000}"/>
          </ac:spMkLst>
        </pc:spChg>
        <pc:spChg chg="mod">
          <ac:chgData name="Nathan Aramovich" userId="c36f02d7-80de-405b-bc96-0c274f442be4" providerId="ADAL" clId="{B6F58CB4-AA79-48E1-A786-024DB5EFAD40}" dt="2026-07-09T02:34:02.271" v="891" actId="14100"/>
          <ac:spMkLst>
            <pc:docMk/>
            <pc:sldMk cId="0" sldId="258"/>
            <ac:spMk id="45" creationId="{00000000-0000-0000-0000-000000000000}"/>
          </ac:spMkLst>
        </pc:spChg>
        <pc:spChg chg="mod">
          <ac:chgData name="Nathan Aramovich" userId="c36f02d7-80de-405b-bc96-0c274f442be4" providerId="ADAL" clId="{B6F58CB4-AA79-48E1-A786-024DB5EFAD40}" dt="2026-07-09T02:34:21.420" v="899" actId="1035"/>
          <ac:spMkLst>
            <pc:docMk/>
            <pc:sldMk cId="0" sldId="258"/>
            <ac:spMk id="46"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47"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48"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49"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51" creationId="{00000000-0000-0000-0000-000000000000}"/>
          </ac:spMkLst>
        </pc:spChg>
        <pc:spChg chg="mod">
          <ac:chgData name="Nathan Aramovich" userId="c36f02d7-80de-405b-bc96-0c274f442be4" providerId="ADAL" clId="{B6F58CB4-AA79-48E1-A786-024DB5EFAD40}" dt="2026-07-09T02:33:03.320" v="859" actId="403"/>
          <ac:spMkLst>
            <pc:docMk/>
            <pc:sldMk cId="0" sldId="258"/>
            <ac:spMk id="52"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54"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55"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57"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58"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60" creationId="{00000000-0000-0000-0000-000000000000}"/>
          </ac:spMkLst>
        </pc:spChg>
        <pc:spChg chg="mod">
          <ac:chgData name="Nathan Aramovich" userId="c36f02d7-80de-405b-bc96-0c274f442be4" providerId="ADAL" clId="{B6F58CB4-AA79-48E1-A786-024DB5EFAD40}" dt="2026-07-09T02:34:43.659" v="900" actId="164"/>
          <ac:spMkLst>
            <pc:docMk/>
            <pc:sldMk cId="0" sldId="258"/>
            <ac:spMk id="61" creationId="{00000000-0000-0000-0000-000000000000}"/>
          </ac:spMkLst>
        </pc:spChg>
        <pc:spChg chg="mod">
          <ac:chgData name="Nathan Aramovich" userId="c36f02d7-80de-405b-bc96-0c274f442be4" providerId="ADAL" clId="{B6F58CB4-AA79-48E1-A786-024DB5EFAD40}" dt="2026-07-09T02:34:57.805" v="916" actId="164"/>
          <ac:spMkLst>
            <pc:docMk/>
            <pc:sldMk cId="0" sldId="258"/>
            <ac:spMk id="62" creationId="{00000000-0000-0000-0000-000000000000}"/>
          </ac:spMkLst>
        </pc:spChg>
        <pc:spChg chg="mod">
          <ac:chgData name="Nathan Aramovich" userId="c36f02d7-80de-405b-bc96-0c274f442be4" providerId="ADAL" clId="{B6F58CB4-AA79-48E1-A786-024DB5EFAD40}" dt="2026-07-09T02:36:32.287" v="1076" actId="1035"/>
          <ac:spMkLst>
            <pc:docMk/>
            <pc:sldMk cId="0" sldId="258"/>
            <ac:spMk id="63" creationId="{00000000-0000-0000-0000-000000000000}"/>
          </ac:spMkLst>
        </pc:spChg>
        <pc:spChg chg="mod">
          <ac:chgData name="Nathan Aramovich" userId="c36f02d7-80de-405b-bc96-0c274f442be4" providerId="ADAL" clId="{B6F58CB4-AA79-48E1-A786-024DB5EFAD40}" dt="2026-07-09T02:34:57.805" v="916" actId="164"/>
          <ac:spMkLst>
            <pc:docMk/>
            <pc:sldMk cId="0" sldId="258"/>
            <ac:spMk id="66" creationId="{00000000-0000-0000-0000-000000000000}"/>
          </ac:spMkLst>
        </pc:spChg>
        <pc:spChg chg="mod">
          <ac:chgData name="Nathan Aramovich" userId="c36f02d7-80de-405b-bc96-0c274f442be4" providerId="ADAL" clId="{B6F58CB4-AA79-48E1-A786-024DB5EFAD40}" dt="2026-07-09T02:36:32.287" v="1076" actId="1035"/>
          <ac:spMkLst>
            <pc:docMk/>
            <pc:sldMk cId="0" sldId="258"/>
            <ac:spMk id="67" creationId="{00000000-0000-0000-0000-000000000000}"/>
          </ac:spMkLst>
        </pc:spChg>
        <pc:spChg chg="mod">
          <ac:chgData name="Nathan Aramovich" userId="c36f02d7-80de-405b-bc96-0c274f442be4" providerId="ADAL" clId="{B6F58CB4-AA79-48E1-A786-024DB5EFAD40}" dt="2026-07-09T02:35:43.838" v="973" actId="14100"/>
          <ac:spMkLst>
            <pc:docMk/>
            <pc:sldMk cId="0" sldId="258"/>
            <ac:spMk id="70" creationId="{00000000-0000-0000-0000-000000000000}"/>
          </ac:spMkLst>
        </pc:spChg>
        <pc:spChg chg="mod">
          <ac:chgData name="Nathan Aramovich" userId="c36f02d7-80de-405b-bc96-0c274f442be4" providerId="ADAL" clId="{B6F58CB4-AA79-48E1-A786-024DB5EFAD40}" dt="2026-07-09T02:35:53.710" v="1011" actId="1036"/>
          <ac:spMkLst>
            <pc:docMk/>
            <pc:sldMk cId="0" sldId="258"/>
            <ac:spMk id="71" creationId="{00000000-0000-0000-0000-000000000000}"/>
          </ac:spMkLst>
        </pc:spChg>
        <pc:spChg chg="mod">
          <ac:chgData name="Nathan Aramovich" userId="c36f02d7-80de-405b-bc96-0c274f442be4" providerId="ADAL" clId="{B6F58CB4-AA79-48E1-A786-024DB5EFAD40}" dt="2026-07-09T02:35:46.720" v="982" actId="1036"/>
          <ac:spMkLst>
            <pc:docMk/>
            <pc:sldMk cId="0" sldId="258"/>
            <ac:spMk id="72" creationId="{00000000-0000-0000-0000-000000000000}"/>
          </ac:spMkLst>
        </pc:spChg>
        <pc:spChg chg="mod">
          <ac:chgData name="Nathan Aramovich" userId="c36f02d7-80de-405b-bc96-0c274f442be4" providerId="ADAL" clId="{B6F58CB4-AA79-48E1-A786-024DB5EFAD40}" dt="2026-07-09T02:36:10.854" v="1049" actId="1036"/>
          <ac:spMkLst>
            <pc:docMk/>
            <pc:sldMk cId="0" sldId="258"/>
            <ac:spMk id="73" creationId="{00000000-0000-0000-0000-000000000000}"/>
          </ac:spMkLst>
        </pc:spChg>
        <pc:spChg chg="mod">
          <ac:chgData name="Nathan Aramovich" userId="c36f02d7-80de-405b-bc96-0c274f442be4" providerId="ADAL" clId="{B6F58CB4-AA79-48E1-A786-024DB5EFAD40}" dt="2026-07-09T02:36:15.937" v="1059" actId="1036"/>
          <ac:spMkLst>
            <pc:docMk/>
            <pc:sldMk cId="0" sldId="258"/>
            <ac:spMk id="74" creationId="{00000000-0000-0000-0000-000000000000}"/>
          </ac:spMkLst>
        </pc:spChg>
        <pc:spChg chg="mod">
          <ac:chgData name="Nathan Aramovich" userId="c36f02d7-80de-405b-bc96-0c274f442be4" providerId="ADAL" clId="{B6F58CB4-AA79-48E1-A786-024DB5EFAD40}" dt="2026-07-09T02:36:19.910" v="1065" actId="1036"/>
          <ac:spMkLst>
            <pc:docMk/>
            <pc:sldMk cId="0" sldId="258"/>
            <ac:spMk id="75" creationId="{00000000-0000-0000-0000-000000000000}"/>
          </ac:spMkLst>
        </pc:spChg>
        <pc:spChg chg="del">
          <ac:chgData name="Nathan Aramovich" userId="c36f02d7-80de-405b-bc96-0c274f442be4" providerId="ADAL" clId="{B6F58CB4-AA79-48E1-A786-024DB5EFAD40}" dt="2026-07-09T02:31:43.921" v="821" actId="478"/>
          <ac:spMkLst>
            <pc:docMk/>
            <pc:sldMk cId="0" sldId="258"/>
            <ac:spMk id="76" creationId="{00000000-0000-0000-0000-000000000000}"/>
          </ac:spMkLst>
        </pc:spChg>
        <pc:spChg chg="mod">
          <ac:chgData name="Nathan Aramovich" userId="c36f02d7-80de-405b-bc96-0c274f442be4" providerId="ADAL" clId="{B6F58CB4-AA79-48E1-A786-024DB5EFAD40}" dt="2026-07-09T02:32:26.154" v="846" actId="403"/>
          <ac:spMkLst>
            <pc:docMk/>
            <pc:sldMk cId="0" sldId="258"/>
            <ac:spMk id="79" creationId="{00000000-0000-0000-0000-000000000000}"/>
          </ac:spMkLst>
        </pc:spChg>
        <pc:spChg chg="mod">
          <ac:chgData name="Nathan Aramovich" userId="c36f02d7-80de-405b-bc96-0c274f442be4" providerId="ADAL" clId="{B6F58CB4-AA79-48E1-A786-024DB5EFAD40}" dt="2026-07-09T02:37:51.391" v="1178" actId="255"/>
          <ac:spMkLst>
            <pc:docMk/>
            <pc:sldMk cId="0" sldId="258"/>
            <ac:spMk id="80" creationId="{00000000-0000-0000-0000-000000000000}"/>
          </ac:spMkLst>
        </pc:spChg>
        <pc:spChg chg="mod">
          <ac:chgData name="Nathan Aramovich" userId="c36f02d7-80de-405b-bc96-0c274f442be4" providerId="ADAL" clId="{B6F58CB4-AA79-48E1-A786-024DB5EFAD40}" dt="2026-07-09T02:37:51.391" v="1178" actId="255"/>
          <ac:spMkLst>
            <pc:docMk/>
            <pc:sldMk cId="0" sldId="258"/>
            <ac:spMk id="81" creationId="{00000000-0000-0000-0000-000000000000}"/>
          </ac:spMkLst>
        </pc:spChg>
        <pc:spChg chg="mod">
          <ac:chgData name="Nathan Aramovich" userId="c36f02d7-80de-405b-bc96-0c274f442be4" providerId="ADAL" clId="{B6F58CB4-AA79-48E1-A786-024DB5EFAD40}" dt="2026-07-09T02:37:51.391" v="1178" actId="255"/>
          <ac:spMkLst>
            <pc:docMk/>
            <pc:sldMk cId="0" sldId="258"/>
            <ac:spMk id="82" creationId="{00000000-0000-0000-0000-000000000000}"/>
          </ac:spMkLst>
        </pc:spChg>
        <pc:spChg chg="mod">
          <ac:chgData name="Nathan Aramovich" userId="c36f02d7-80de-405b-bc96-0c274f442be4" providerId="ADAL" clId="{B6F58CB4-AA79-48E1-A786-024DB5EFAD40}" dt="2026-07-09T02:37:51.391" v="1178" actId="255"/>
          <ac:spMkLst>
            <pc:docMk/>
            <pc:sldMk cId="0" sldId="258"/>
            <ac:spMk id="83" creationId="{00000000-0000-0000-0000-000000000000}"/>
          </ac:spMkLst>
        </pc:spChg>
        <pc:spChg chg="mod">
          <ac:chgData name="Nathan Aramovich" userId="c36f02d7-80de-405b-bc96-0c274f442be4" providerId="ADAL" clId="{B6F58CB4-AA79-48E1-A786-024DB5EFAD40}" dt="2026-07-09T02:38:14.504" v="1185" actId="1036"/>
          <ac:spMkLst>
            <pc:docMk/>
            <pc:sldMk cId="0" sldId="258"/>
            <ac:spMk id="84" creationId="{00000000-0000-0000-0000-000000000000}"/>
          </ac:spMkLst>
        </pc:spChg>
        <pc:spChg chg="mod">
          <ac:chgData name="Nathan Aramovich" userId="c36f02d7-80de-405b-bc96-0c274f442be4" providerId="ADAL" clId="{B6F58CB4-AA79-48E1-A786-024DB5EFAD40}" dt="2026-07-09T02:38:06.417" v="1181" actId="14100"/>
          <ac:spMkLst>
            <pc:docMk/>
            <pc:sldMk cId="0" sldId="258"/>
            <ac:spMk id="86" creationId="{00000000-0000-0000-0000-000000000000}"/>
          </ac:spMkLst>
        </pc:spChg>
        <pc:spChg chg="mod">
          <ac:chgData name="Nathan Aramovich" userId="c36f02d7-80de-405b-bc96-0c274f442be4" providerId="ADAL" clId="{B6F58CB4-AA79-48E1-A786-024DB5EFAD40}" dt="2026-07-09T02:38:02.420" v="1180" actId="404"/>
          <ac:spMkLst>
            <pc:docMk/>
            <pc:sldMk cId="0" sldId="258"/>
            <ac:spMk id="88" creationId="{00000000-0000-0000-0000-000000000000}"/>
          </ac:spMkLst>
        </pc:spChg>
        <pc:spChg chg="mod">
          <ac:chgData name="Nathan Aramovich" userId="c36f02d7-80de-405b-bc96-0c274f442be4" providerId="ADAL" clId="{B6F58CB4-AA79-48E1-A786-024DB5EFAD40}" dt="2026-07-09T02:38:02.420" v="1180" actId="404"/>
          <ac:spMkLst>
            <pc:docMk/>
            <pc:sldMk cId="0" sldId="258"/>
            <ac:spMk id="90" creationId="{00000000-0000-0000-0000-000000000000}"/>
          </ac:spMkLst>
        </pc:spChg>
        <pc:spChg chg="mod">
          <ac:chgData name="Nathan Aramovich" userId="c36f02d7-80de-405b-bc96-0c274f442be4" providerId="ADAL" clId="{B6F58CB4-AA79-48E1-A786-024DB5EFAD40}" dt="2026-07-09T02:38:09.914" v="1182" actId="14100"/>
          <ac:spMkLst>
            <pc:docMk/>
            <pc:sldMk cId="0" sldId="258"/>
            <ac:spMk id="92" creationId="{00000000-0000-0000-0000-000000000000}"/>
          </ac:spMkLst>
        </pc:spChg>
        <pc:spChg chg="mod">
          <ac:chgData name="Nathan Aramovich" userId="c36f02d7-80de-405b-bc96-0c274f442be4" providerId="ADAL" clId="{B6F58CB4-AA79-48E1-A786-024DB5EFAD40}" dt="2026-07-09T02:39:26.570" v="1275" actId="14100"/>
          <ac:spMkLst>
            <pc:docMk/>
            <pc:sldMk cId="0" sldId="258"/>
            <ac:spMk id="93" creationId="{00000000-0000-0000-0000-000000000000}"/>
          </ac:spMkLst>
        </pc:spChg>
        <pc:spChg chg="mod">
          <ac:chgData name="Nathan Aramovich" userId="c36f02d7-80de-405b-bc96-0c274f442be4" providerId="ADAL" clId="{B6F58CB4-AA79-48E1-A786-024DB5EFAD40}" dt="2026-07-09T02:39:03.270" v="1242" actId="403"/>
          <ac:spMkLst>
            <pc:docMk/>
            <pc:sldMk cId="0" sldId="258"/>
            <ac:spMk id="94" creationId="{00000000-0000-0000-0000-000000000000}"/>
          </ac:spMkLst>
        </pc:spChg>
        <pc:spChg chg="mod">
          <ac:chgData name="Nathan Aramovich" userId="c36f02d7-80de-405b-bc96-0c274f442be4" providerId="ADAL" clId="{B6F58CB4-AA79-48E1-A786-024DB5EFAD40}" dt="2026-07-09T02:39:18.470" v="1247" actId="164"/>
          <ac:spMkLst>
            <pc:docMk/>
            <pc:sldMk cId="0" sldId="258"/>
            <ac:spMk id="97" creationId="{00000000-0000-0000-0000-000000000000}"/>
          </ac:spMkLst>
        </pc:spChg>
        <pc:spChg chg="mod">
          <ac:chgData name="Nathan Aramovich" userId="c36f02d7-80de-405b-bc96-0c274f442be4" providerId="ADAL" clId="{B6F58CB4-AA79-48E1-A786-024DB5EFAD40}" dt="2026-07-09T02:39:58.376" v="1312" actId="1036"/>
          <ac:spMkLst>
            <pc:docMk/>
            <pc:sldMk cId="0" sldId="258"/>
            <ac:spMk id="98" creationId="{00000000-0000-0000-0000-000000000000}"/>
          </ac:spMkLst>
        </pc:spChg>
        <pc:spChg chg="mod">
          <ac:chgData name="Nathan Aramovich" userId="c36f02d7-80de-405b-bc96-0c274f442be4" providerId="ADAL" clId="{B6F58CB4-AA79-48E1-A786-024DB5EFAD40}" dt="2026-07-09T02:39:18.470" v="1247" actId="164"/>
          <ac:spMkLst>
            <pc:docMk/>
            <pc:sldMk cId="0" sldId="258"/>
            <ac:spMk id="100" creationId="{00000000-0000-0000-0000-000000000000}"/>
          </ac:spMkLst>
        </pc:spChg>
        <pc:spChg chg="mod">
          <ac:chgData name="Nathan Aramovich" userId="c36f02d7-80de-405b-bc96-0c274f442be4" providerId="ADAL" clId="{B6F58CB4-AA79-48E1-A786-024DB5EFAD40}" dt="2026-07-09T02:39:58.376" v="1312" actId="1036"/>
          <ac:spMkLst>
            <pc:docMk/>
            <pc:sldMk cId="0" sldId="258"/>
            <ac:spMk id="101" creationId="{00000000-0000-0000-0000-000000000000}"/>
          </ac:spMkLst>
        </pc:spChg>
        <pc:spChg chg="mod">
          <ac:chgData name="Nathan Aramovich" userId="c36f02d7-80de-405b-bc96-0c274f442be4" providerId="ADAL" clId="{B6F58CB4-AA79-48E1-A786-024DB5EFAD40}" dt="2026-07-09T02:38:55.492" v="1228" actId="164"/>
          <ac:spMkLst>
            <pc:docMk/>
            <pc:sldMk cId="0" sldId="258"/>
            <ac:spMk id="103" creationId="{00000000-0000-0000-0000-000000000000}"/>
          </ac:spMkLst>
        </pc:spChg>
        <pc:spChg chg="mod">
          <ac:chgData name="Nathan Aramovich" userId="c36f02d7-80de-405b-bc96-0c274f442be4" providerId="ADAL" clId="{B6F58CB4-AA79-48E1-A786-024DB5EFAD40}" dt="2026-07-09T02:38:55.492" v="1228" actId="164"/>
          <ac:spMkLst>
            <pc:docMk/>
            <pc:sldMk cId="0" sldId="258"/>
            <ac:spMk id="104" creationId="{00000000-0000-0000-0000-000000000000}"/>
          </ac:spMkLst>
        </pc:spChg>
        <pc:spChg chg="mod">
          <ac:chgData name="Nathan Aramovich" userId="c36f02d7-80de-405b-bc96-0c274f442be4" providerId="ADAL" clId="{B6F58CB4-AA79-48E1-A786-024DB5EFAD40}" dt="2026-07-09T02:38:55.492" v="1228" actId="164"/>
          <ac:spMkLst>
            <pc:docMk/>
            <pc:sldMk cId="0" sldId="258"/>
            <ac:spMk id="105" creationId="{00000000-0000-0000-0000-000000000000}"/>
          </ac:spMkLst>
        </pc:spChg>
        <pc:spChg chg="mod">
          <ac:chgData name="Nathan Aramovich" userId="c36f02d7-80de-405b-bc96-0c274f442be4" providerId="ADAL" clId="{B6F58CB4-AA79-48E1-A786-024DB5EFAD40}" dt="2026-07-09T02:38:27.737" v="1218" actId="1038"/>
          <ac:spMkLst>
            <pc:docMk/>
            <pc:sldMk cId="0" sldId="258"/>
            <ac:spMk id="106" creationId="{00000000-0000-0000-0000-000000000000}"/>
          </ac:spMkLst>
        </pc:spChg>
        <pc:spChg chg="mod">
          <ac:chgData name="Nathan Aramovich" userId="c36f02d7-80de-405b-bc96-0c274f442be4" providerId="ADAL" clId="{B6F58CB4-AA79-48E1-A786-024DB5EFAD40}" dt="2026-07-09T02:38:44.370" v="1227" actId="255"/>
          <ac:spMkLst>
            <pc:docMk/>
            <pc:sldMk cId="0" sldId="258"/>
            <ac:spMk id="107" creationId="{00000000-0000-0000-0000-000000000000}"/>
          </ac:spMkLst>
        </pc:spChg>
        <pc:spChg chg="mod">
          <ac:chgData name="Nathan Aramovich" userId="c36f02d7-80de-405b-bc96-0c274f442be4" providerId="ADAL" clId="{B6F58CB4-AA79-48E1-A786-024DB5EFAD40}" dt="2026-07-09T02:38:44.370" v="1227" actId="255"/>
          <ac:spMkLst>
            <pc:docMk/>
            <pc:sldMk cId="0" sldId="258"/>
            <ac:spMk id="108" creationId="{00000000-0000-0000-0000-000000000000}"/>
          </ac:spMkLst>
        </pc:spChg>
        <pc:spChg chg="add mod ord">
          <ac:chgData name="Nathan Aramovich" userId="c36f02d7-80de-405b-bc96-0c274f442be4" providerId="ADAL" clId="{B6F58CB4-AA79-48E1-A786-024DB5EFAD40}" dt="2026-07-09T02:32:04.678" v="826" actId="14100"/>
          <ac:spMkLst>
            <pc:docMk/>
            <pc:sldMk cId="0" sldId="258"/>
            <ac:spMk id="109" creationId="{0A5629C4-E854-C99A-D25B-80CE644B0187}"/>
          </ac:spMkLst>
        </pc:spChg>
        <pc:spChg chg="add mod ord">
          <ac:chgData name="Nathan Aramovich" userId="c36f02d7-80de-405b-bc96-0c274f442be4" providerId="ADAL" clId="{B6F58CB4-AA79-48E1-A786-024DB5EFAD40}" dt="2026-07-09T02:32:19.304" v="843" actId="167"/>
          <ac:spMkLst>
            <pc:docMk/>
            <pc:sldMk cId="0" sldId="258"/>
            <ac:spMk id="110" creationId="{9CCA252B-23BA-447B-3D3F-359BB6939FFB}"/>
          </ac:spMkLst>
        </pc:spChg>
        <pc:spChg chg="add mod">
          <ac:chgData name="Nathan Aramovich" userId="c36f02d7-80de-405b-bc96-0c274f442be4" providerId="ADAL" clId="{B6F58CB4-AA79-48E1-A786-024DB5EFAD40}" dt="2026-07-09T02:36:57.016" v="1087" actId="20577"/>
          <ac:spMkLst>
            <pc:docMk/>
            <pc:sldMk cId="0" sldId="258"/>
            <ac:spMk id="114" creationId="{558EBE9E-C48B-FF2F-CA9D-2AC89DA1099F}"/>
          </ac:spMkLst>
        </pc:spChg>
        <pc:spChg chg="add mod">
          <ac:chgData name="Nathan Aramovich" userId="c36f02d7-80de-405b-bc96-0c274f442be4" providerId="ADAL" clId="{B6F58CB4-AA79-48E1-A786-024DB5EFAD40}" dt="2026-07-09T02:37:08.053" v="1172" actId="1038"/>
          <ac:spMkLst>
            <pc:docMk/>
            <pc:sldMk cId="0" sldId="258"/>
            <ac:spMk id="115" creationId="{02AAEFB4-A5A1-216B-14F0-B726B3AA77F3}"/>
          </ac:spMkLst>
        </pc:spChg>
        <pc:spChg chg="add mod">
          <ac:chgData name="Nathan Aramovich" userId="c36f02d7-80de-405b-bc96-0c274f442be4" providerId="ADAL" clId="{B6F58CB4-AA79-48E1-A786-024DB5EFAD40}" dt="2026-07-09T02:39:42.839" v="1295" actId="20577"/>
          <ac:spMkLst>
            <pc:docMk/>
            <pc:sldMk cId="0" sldId="258"/>
            <ac:spMk id="118" creationId="{525767E4-F711-AFBC-5549-31494508932A}"/>
          </ac:spMkLst>
        </pc:spChg>
        <pc:spChg chg="add mod">
          <ac:chgData name="Nathan Aramovich" userId="c36f02d7-80de-405b-bc96-0c274f442be4" providerId="ADAL" clId="{B6F58CB4-AA79-48E1-A786-024DB5EFAD40}" dt="2026-07-09T02:40:20.108" v="1317" actId="20577"/>
          <ac:spMkLst>
            <pc:docMk/>
            <pc:sldMk cId="0" sldId="258"/>
            <ac:spMk id="119" creationId="{9C10C1E2-DA73-E0FD-18DF-17049D6B93D9}"/>
          </ac:spMkLst>
        </pc:spChg>
        <pc:spChg chg="add mod">
          <ac:chgData name="Nathan Aramovich" userId="c36f02d7-80de-405b-bc96-0c274f442be4" providerId="ADAL" clId="{B6F58CB4-AA79-48E1-A786-024DB5EFAD40}" dt="2026-07-09T02:40:35.087" v="1390" actId="1038"/>
          <ac:spMkLst>
            <pc:docMk/>
            <pc:sldMk cId="0" sldId="258"/>
            <ac:spMk id="120" creationId="{1F1F98D6-AACA-3935-179A-1D2D1BEC4299}"/>
          </ac:spMkLst>
        </pc:spChg>
        <pc:grpChg chg="add mod">
          <ac:chgData name="Nathan Aramovich" userId="c36f02d7-80de-405b-bc96-0c274f442be4" providerId="ADAL" clId="{B6F58CB4-AA79-48E1-A786-024DB5EFAD40}" dt="2026-07-09T02:33:52.154" v="888" actId="14100"/>
          <ac:grpSpMkLst>
            <pc:docMk/>
            <pc:sldMk cId="0" sldId="258"/>
            <ac:grpSpMk id="111" creationId="{528DB9BA-EF1B-921D-F871-E0DB376DB4AC}"/>
          </ac:grpSpMkLst>
        </pc:grpChg>
        <pc:grpChg chg="mod">
          <ac:chgData name="Nathan Aramovich" userId="c36f02d7-80de-405b-bc96-0c274f442be4" providerId="ADAL" clId="{B6F58CB4-AA79-48E1-A786-024DB5EFAD40}" dt="2026-07-09T02:34:48.239" v="915" actId="1036"/>
          <ac:grpSpMkLst>
            <pc:docMk/>
            <pc:sldMk cId="0" sldId="258"/>
            <ac:grpSpMk id="112" creationId="{C14D3D9B-A4DD-E9E3-B201-B3A148736FFA}"/>
          </ac:grpSpMkLst>
        </pc:grpChg>
        <pc:grpChg chg="add mod">
          <ac:chgData name="Nathan Aramovich" userId="c36f02d7-80de-405b-bc96-0c274f442be4" providerId="ADAL" clId="{B6F58CB4-AA79-48E1-A786-024DB5EFAD40}" dt="2026-07-09T02:36:27.587" v="1066" actId="14100"/>
          <ac:grpSpMkLst>
            <pc:docMk/>
            <pc:sldMk cId="0" sldId="258"/>
            <ac:grpSpMk id="113" creationId="{8097BCEC-4E30-88F0-CD8E-08F37E854AA3}"/>
          </ac:grpSpMkLst>
        </pc:grpChg>
        <pc:grpChg chg="add mod">
          <ac:chgData name="Nathan Aramovich" userId="c36f02d7-80de-405b-bc96-0c274f442be4" providerId="ADAL" clId="{B6F58CB4-AA79-48E1-A786-024DB5EFAD40}" dt="2026-07-09T02:38:57.234" v="1239" actId="1036"/>
          <ac:grpSpMkLst>
            <pc:docMk/>
            <pc:sldMk cId="0" sldId="258"/>
            <ac:grpSpMk id="116" creationId="{18BB8A6E-87DE-8619-6D0B-4F15FAB1C521}"/>
          </ac:grpSpMkLst>
        </pc:grpChg>
        <pc:grpChg chg="add mod">
          <ac:chgData name="Nathan Aramovich" userId="c36f02d7-80de-405b-bc96-0c274f442be4" providerId="ADAL" clId="{B6F58CB4-AA79-48E1-A786-024DB5EFAD40}" dt="2026-07-09T02:39:51.523" v="1297" actId="14100"/>
          <ac:grpSpMkLst>
            <pc:docMk/>
            <pc:sldMk cId="0" sldId="258"/>
            <ac:grpSpMk id="117" creationId="{8E541C14-560B-0D7A-4873-F30897BDD9B6}"/>
          </ac:grpSpMkLst>
        </pc:grpChg>
        <pc:cxnChg chg="del">
          <ac:chgData name="Nathan Aramovich" userId="c36f02d7-80de-405b-bc96-0c274f442be4" providerId="ADAL" clId="{B6F58CB4-AA79-48E1-A786-024DB5EFAD40}" dt="2026-07-09T02:35:09.641" v="940" actId="478"/>
          <ac:cxnSpMkLst>
            <pc:docMk/>
            <pc:sldMk cId="0" sldId="258"/>
            <ac:cxnSpMk id="68" creationId="{00000000-0000-0000-0000-000000000000}"/>
          </ac:cxnSpMkLst>
        </pc:cxnChg>
        <pc:cxnChg chg="del">
          <ac:chgData name="Nathan Aramovich" userId="c36f02d7-80de-405b-bc96-0c274f442be4" providerId="ADAL" clId="{B6F58CB4-AA79-48E1-A786-024DB5EFAD40}" dt="2026-07-09T02:35:10.545" v="941" actId="478"/>
          <ac:cxnSpMkLst>
            <pc:docMk/>
            <pc:sldMk cId="0" sldId="258"/>
            <ac:cxnSpMk id="69" creationId="{00000000-0000-0000-0000-000000000000}"/>
          </ac:cxnSpMkLst>
        </pc:cxnChg>
        <pc:cxnChg chg="del">
          <ac:chgData name="Nathan Aramovich" userId="c36f02d7-80de-405b-bc96-0c274f442be4" providerId="ADAL" clId="{B6F58CB4-AA79-48E1-A786-024DB5EFAD40}" dt="2026-07-09T02:39:05.378" v="1243" actId="478"/>
          <ac:cxnSpMkLst>
            <pc:docMk/>
            <pc:sldMk cId="0" sldId="258"/>
            <ac:cxnSpMk id="95" creationId="{00000000-0000-0000-0000-000000000000}"/>
          </ac:cxnSpMkLst>
        </pc:cxnChg>
        <pc:cxnChg chg="del">
          <ac:chgData name="Nathan Aramovich" userId="c36f02d7-80de-405b-bc96-0c274f442be4" providerId="ADAL" clId="{B6F58CB4-AA79-48E1-A786-024DB5EFAD40}" dt="2026-07-09T02:39:06.427" v="1244" actId="478"/>
          <ac:cxnSpMkLst>
            <pc:docMk/>
            <pc:sldMk cId="0" sldId="258"/>
            <ac:cxnSpMk id="96" creationId="{00000000-0000-0000-0000-000000000000}"/>
          </ac:cxnSpMkLst>
        </pc:cxnChg>
        <pc:cxnChg chg="del">
          <ac:chgData name="Nathan Aramovich" userId="c36f02d7-80de-405b-bc96-0c274f442be4" providerId="ADAL" clId="{B6F58CB4-AA79-48E1-A786-024DB5EFAD40}" dt="2026-07-09T02:39:10.470" v="1245" actId="478"/>
          <ac:cxnSpMkLst>
            <pc:docMk/>
            <pc:sldMk cId="0" sldId="258"/>
            <ac:cxnSpMk id="99" creationId="{00000000-0000-0000-0000-000000000000}"/>
          </ac:cxnSpMkLst>
        </pc:cxnChg>
        <pc:cxnChg chg="del">
          <ac:chgData name="Nathan Aramovich" userId="c36f02d7-80de-405b-bc96-0c274f442be4" providerId="ADAL" clId="{B6F58CB4-AA79-48E1-A786-024DB5EFAD40}" dt="2026-07-09T02:39:12.099" v="1246" actId="478"/>
          <ac:cxnSpMkLst>
            <pc:docMk/>
            <pc:sldMk cId="0" sldId="258"/>
            <ac:cxnSpMk id="102" creationId="{00000000-0000-0000-0000-000000000000}"/>
          </ac:cxnSpMkLst>
        </pc:cxnChg>
      </pc:sldChg>
      <pc:sldChg chg="modSp add mod">
        <pc:chgData name="Nathan Aramovich" userId="c36f02d7-80de-405b-bc96-0c274f442be4" providerId="ADAL" clId="{B6F58CB4-AA79-48E1-A786-024DB5EFAD40}" dt="2026-07-09T02:52:22.620" v="1406" actId="27636"/>
        <pc:sldMkLst>
          <pc:docMk/>
          <pc:sldMk cId="0" sldId="259"/>
        </pc:sldMkLst>
        <pc:spChg chg="mod">
          <ac:chgData name="Nathan Aramovich" userId="c36f02d7-80de-405b-bc96-0c274f442be4" providerId="ADAL" clId="{B6F58CB4-AA79-48E1-A786-024DB5EFAD40}" dt="2026-07-09T02:52:22.613" v="1401" actId="27636"/>
          <ac:spMkLst>
            <pc:docMk/>
            <pc:sldMk cId="0" sldId="259"/>
            <ac:spMk id="4" creationId="{00000000-0000-0000-0000-000000000000}"/>
          </ac:spMkLst>
        </pc:spChg>
        <pc:spChg chg="mod">
          <ac:chgData name="Nathan Aramovich" userId="c36f02d7-80de-405b-bc96-0c274f442be4" providerId="ADAL" clId="{B6F58CB4-AA79-48E1-A786-024DB5EFAD40}" dt="2026-07-09T02:52:22.620" v="1406" actId="27636"/>
          <ac:spMkLst>
            <pc:docMk/>
            <pc:sldMk cId="0" sldId="259"/>
            <ac:spMk id="29" creationId="{00000000-0000-0000-0000-000000000000}"/>
          </ac:spMkLst>
        </pc:spChg>
        <pc:spChg chg="mod">
          <ac:chgData name="Nathan Aramovich" userId="c36f02d7-80de-405b-bc96-0c274f442be4" providerId="ADAL" clId="{B6F58CB4-AA79-48E1-A786-024DB5EFAD40}" dt="2026-07-09T02:52:22.613" v="1403" actId="27636"/>
          <ac:spMkLst>
            <pc:docMk/>
            <pc:sldMk cId="0" sldId="259"/>
            <ac:spMk id="36" creationId="{00000000-0000-0000-0000-000000000000}"/>
          </ac:spMkLst>
        </pc:spChg>
        <pc:spChg chg="mod">
          <ac:chgData name="Nathan Aramovich" userId="c36f02d7-80de-405b-bc96-0c274f442be4" providerId="ADAL" clId="{B6F58CB4-AA79-48E1-A786-024DB5EFAD40}" dt="2026-07-09T02:52:22.613" v="1405" actId="27636"/>
          <ac:spMkLst>
            <pc:docMk/>
            <pc:sldMk cId="0" sldId="259"/>
            <ac:spMk id="43" creationId="{00000000-0000-0000-0000-000000000000}"/>
          </ac:spMkLst>
        </pc:spChg>
        <pc:spChg chg="mod">
          <ac:chgData name="Nathan Aramovich" userId="c36f02d7-80de-405b-bc96-0c274f442be4" providerId="ADAL" clId="{B6F58CB4-AA79-48E1-A786-024DB5EFAD40}" dt="2026-07-09T02:52:22.613" v="1402" actId="27636"/>
          <ac:spMkLst>
            <pc:docMk/>
            <pc:sldMk cId="0" sldId="259"/>
            <ac:spMk id="50" creationId="{00000000-0000-0000-0000-000000000000}"/>
          </ac:spMkLst>
        </pc:spChg>
        <pc:spChg chg="mod">
          <ac:chgData name="Nathan Aramovich" userId="c36f02d7-80de-405b-bc96-0c274f442be4" providerId="ADAL" clId="{B6F58CB4-AA79-48E1-A786-024DB5EFAD40}" dt="2026-07-09T02:52:22.613" v="1404" actId="27636"/>
          <ac:spMkLst>
            <pc:docMk/>
            <pc:sldMk cId="0" sldId="259"/>
            <ac:spMk id="57" creationId="{00000000-0000-0000-0000-000000000000}"/>
          </ac:spMkLst>
        </pc:spChg>
      </pc:sldChg>
      <pc:sldChg chg="modSp add mod">
        <pc:chgData name="Nathan Aramovich" userId="c36f02d7-80de-405b-bc96-0c274f442be4" providerId="ADAL" clId="{B6F58CB4-AA79-48E1-A786-024DB5EFAD40}" dt="2026-07-09T02:52:22.597" v="1400" actId="27636"/>
        <pc:sldMkLst>
          <pc:docMk/>
          <pc:sldMk cId="0" sldId="260"/>
        </pc:sldMkLst>
        <pc:spChg chg="mod">
          <ac:chgData name="Nathan Aramovich" userId="c36f02d7-80de-405b-bc96-0c274f442be4" providerId="ADAL" clId="{B6F58CB4-AA79-48E1-A786-024DB5EFAD40}" dt="2026-07-09T02:52:22.597" v="1398" actId="27636"/>
          <ac:spMkLst>
            <pc:docMk/>
            <pc:sldMk cId="0" sldId="260"/>
            <ac:spMk id="4" creationId="{00000000-0000-0000-0000-000000000000}"/>
          </ac:spMkLst>
        </pc:spChg>
        <pc:spChg chg="mod">
          <ac:chgData name="Nathan Aramovich" userId="c36f02d7-80de-405b-bc96-0c274f442be4" providerId="ADAL" clId="{B6F58CB4-AA79-48E1-A786-024DB5EFAD40}" dt="2026-07-09T02:52:22.597" v="1399" actId="27636"/>
          <ac:spMkLst>
            <pc:docMk/>
            <pc:sldMk cId="0" sldId="260"/>
            <ac:spMk id="33" creationId="{00000000-0000-0000-0000-000000000000}"/>
          </ac:spMkLst>
        </pc:spChg>
        <pc:spChg chg="mod">
          <ac:chgData name="Nathan Aramovich" userId="c36f02d7-80de-405b-bc96-0c274f442be4" providerId="ADAL" clId="{B6F58CB4-AA79-48E1-A786-024DB5EFAD40}" dt="2026-07-09T02:52:22.587" v="1395" actId="27636"/>
          <ac:spMkLst>
            <pc:docMk/>
            <pc:sldMk cId="0" sldId="260"/>
            <ac:spMk id="37" creationId="{00000000-0000-0000-0000-000000000000}"/>
          </ac:spMkLst>
        </pc:spChg>
        <pc:spChg chg="mod">
          <ac:chgData name="Nathan Aramovich" userId="c36f02d7-80de-405b-bc96-0c274f442be4" providerId="ADAL" clId="{B6F58CB4-AA79-48E1-A786-024DB5EFAD40}" dt="2026-07-09T02:52:22.587" v="1394" actId="27636"/>
          <ac:spMkLst>
            <pc:docMk/>
            <pc:sldMk cId="0" sldId="260"/>
            <ac:spMk id="44" creationId="{00000000-0000-0000-0000-000000000000}"/>
          </ac:spMkLst>
        </pc:spChg>
        <pc:spChg chg="mod">
          <ac:chgData name="Nathan Aramovich" userId="c36f02d7-80de-405b-bc96-0c274f442be4" providerId="ADAL" clId="{B6F58CB4-AA79-48E1-A786-024DB5EFAD40}" dt="2026-07-09T02:52:22.597" v="1397" actId="27636"/>
          <ac:spMkLst>
            <pc:docMk/>
            <pc:sldMk cId="0" sldId="260"/>
            <ac:spMk id="51" creationId="{00000000-0000-0000-0000-000000000000}"/>
          </ac:spMkLst>
        </pc:spChg>
        <pc:spChg chg="mod">
          <ac:chgData name="Nathan Aramovich" userId="c36f02d7-80de-405b-bc96-0c274f442be4" providerId="ADAL" clId="{B6F58CB4-AA79-48E1-A786-024DB5EFAD40}" dt="2026-07-09T02:52:22.587" v="1396" actId="27636"/>
          <ac:spMkLst>
            <pc:docMk/>
            <pc:sldMk cId="0" sldId="260"/>
            <ac:spMk id="58" creationId="{00000000-0000-0000-0000-000000000000}"/>
          </ac:spMkLst>
        </pc:spChg>
        <pc:spChg chg="mod">
          <ac:chgData name="Nathan Aramovich" userId="c36f02d7-80de-405b-bc96-0c274f442be4" providerId="ADAL" clId="{B6F58CB4-AA79-48E1-A786-024DB5EFAD40}" dt="2026-07-09T02:52:22.597" v="1400" actId="27636"/>
          <ac:spMkLst>
            <pc:docMk/>
            <pc:sldMk cId="0" sldId="260"/>
            <ac:spMk id="6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C72D26-06C0-46BD-9361-07AD309B07F4}"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32693B-72CF-45D9-BD39-BE96D6206A24}" type="slidenum">
              <a:rPr lang="en-US" smtClean="0"/>
              <a:t>‹#›</a:t>
            </a:fld>
            <a:endParaRPr lang="en-US"/>
          </a:p>
        </p:txBody>
      </p:sp>
    </p:spTree>
    <p:extLst>
      <p:ext uri="{BB962C8B-B14F-4D97-AF65-F5344CB8AC3E}">
        <p14:creationId xmlns:p14="http://schemas.microsoft.com/office/powerpoint/2010/main" val="984793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19" name="Rectangle 118">
            <a:extLst>
              <a:ext uri="{FF2B5EF4-FFF2-40B4-BE49-F238E27FC236}">
                <a16:creationId xmlns:a16="http://schemas.microsoft.com/office/drawing/2014/main" id="{32673F75-3D49-54CF-B585-C5FD24512E53}"/>
              </a:ext>
            </a:extLst>
          </p:cNvPr>
          <p:cNvSpPr/>
          <p:nvPr/>
        </p:nvSpPr>
        <p:spPr>
          <a:xfrm>
            <a:off x="5902058" y="1226127"/>
            <a:ext cx="6068269" cy="5293539"/>
          </a:xfrm>
          <a:prstGeom prst="rect">
            <a:avLst/>
          </a:prstGeom>
          <a:solidFill>
            <a:srgbClr val="FFFFFF"/>
          </a:solidFill>
          <a:ln w="11430">
            <a:solidFill>
              <a:srgbClr val="D1C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99CABA30-6FFF-94EC-DB81-8011328CFEDE}"/>
              </a:ext>
            </a:extLst>
          </p:cNvPr>
          <p:cNvSpPr/>
          <p:nvPr/>
        </p:nvSpPr>
        <p:spPr>
          <a:xfrm>
            <a:off x="166255" y="1226127"/>
            <a:ext cx="5590309" cy="5293539"/>
          </a:xfrm>
          <a:prstGeom prst="rect">
            <a:avLst/>
          </a:prstGeom>
          <a:solidFill>
            <a:srgbClr val="FFFFFF"/>
          </a:solidFill>
          <a:ln w="11430">
            <a:solidFill>
              <a:srgbClr val="D1C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Rounded Rectangle 1"/>
          <p:cNvSpPr/>
          <p:nvPr/>
        </p:nvSpPr>
        <p:spPr>
          <a:xfrm>
            <a:off x="320040" y="228600"/>
            <a:ext cx="1737360" cy="292608"/>
          </a:xfrm>
          <a:prstGeom prst="roundRect">
            <a:avLst/>
          </a:prstGeom>
          <a:solidFill>
            <a:srgbClr val="1C1D1B"/>
          </a:solidFill>
          <a:ln>
            <a:solidFill>
              <a:srgbClr val="1C1D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278892"/>
            <a:ext cx="1737360" cy="246888"/>
          </a:xfrm>
          <a:prstGeom prst="rect">
            <a:avLst/>
          </a:prstGeom>
          <a:noFill/>
        </p:spPr>
        <p:txBody>
          <a:bodyPr wrap="square" lIns="27432" tIns="18288" rIns="27432" bIns="18288">
            <a:spAutoFit/>
          </a:bodyPr>
          <a:lstStyle/>
          <a:p>
            <a:pPr algn="ctr">
              <a:defRPr sz="850" b="1">
                <a:solidFill>
                  <a:srgbClr val="FFFFFF"/>
                </a:solidFill>
                <a:latin typeface="Aptos"/>
              </a:defRPr>
            </a:pPr>
            <a:r>
              <a:t>CAPABILITY ENHANCEMENT</a:t>
            </a:r>
          </a:p>
        </p:txBody>
      </p:sp>
      <p:sp>
        <p:nvSpPr>
          <p:cNvPr id="4" name="TextBox 3"/>
          <p:cNvSpPr txBox="1"/>
          <p:nvPr/>
        </p:nvSpPr>
        <p:spPr>
          <a:xfrm>
            <a:off x="320040" y="658368"/>
            <a:ext cx="5303520" cy="292608"/>
          </a:xfrm>
          <a:prstGeom prst="rect">
            <a:avLst/>
          </a:prstGeom>
          <a:noFill/>
        </p:spPr>
        <p:txBody>
          <a:bodyPr wrap="square" lIns="27432" tIns="18288" rIns="27432" bIns="18288">
            <a:spAutoFit/>
          </a:bodyPr>
          <a:lstStyle/>
          <a:p>
            <a:pPr>
              <a:defRPr sz="2100" b="1">
                <a:solidFill>
                  <a:srgbClr val="1C1D1B"/>
                </a:solidFill>
                <a:latin typeface="Aptos"/>
              </a:defRPr>
            </a:pPr>
            <a:r>
              <a:t>Capability Enhancement Canvas</a:t>
            </a:r>
          </a:p>
        </p:txBody>
      </p:sp>
      <p:sp>
        <p:nvSpPr>
          <p:cNvPr id="5" name="TextBox 4"/>
          <p:cNvSpPr txBox="1"/>
          <p:nvPr/>
        </p:nvSpPr>
        <p:spPr>
          <a:xfrm>
            <a:off x="320040" y="960120"/>
            <a:ext cx="7772400" cy="210312"/>
          </a:xfrm>
          <a:prstGeom prst="rect">
            <a:avLst/>
          </a:prstGeom>
          <a:noFill/>
        </p:spPr>
        <p:txBody>
          <a:bodyPr wrap="square" lIns="27432" tIns="18288" rIns="27432" bIns="18288">
            <a:spAutoFit/>
          </a:bodyPr>
          <a:lstStyle/>
          <a:p>
            <a:pPr>
              <a:defRPr sz="950" b="0">
                <a:solidFill>
                  <a:srgbClr val="5C5952"/>
                </a:solidFill>
                <a:latin typeface="Aptos"/>
              </a:defRPr>
            </a:pPr>
            <a:r>
              <a:t>Improve the quality of the work you produce - and discover opportunities to create more value.</a:t>
            </a:r>
          </a:p>
        </p:txBody>
      </p:sp>
      <p:sp>
        <p:nvSpPr>
          <p:cNvPr id="6" name="Rounded Rectangle 5"/>
          <p:cNvSpPr/>
          <p:nvPr/>
        </p:nvSpPr>
        <p:spPr>
          <a:xfrm>
            <a:off x="9646920" y="310896"/>
            <a:ext cx="2194560" cy="256032"/>
          </a:xfrm>
          <a:prstGeom prst="roundRect">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361188"/>
            <a:ext cx="2194560" cy="210312"/>
          </a:xfrm>
          <a:prstGeom prst="rect">
            <a:avLst/>
          </a:prstGeom>
          <a:noFill/>
        </p:spPr>
        <p:txBody>
          <a:bodyPr wrap="square" lIns="27432" tIns="18288" rIns="27432" bIns="18288">
            <a:spAutoFit/>
          </a:bodyPr>
          <a:lstStyle/>
          <a:p>
            <a:pPr algn="ctr">
              <a:defRPr sz="750" b="1">
                <a:solidFill>
                  <a:srgbClr val="FFFFFF"/>
                </a:solidFill>
                <a:latin typeface="Aptos"/>
              </a:defRPr>
            </a:pPr>
            <a:r>
              <a:t>PAGE 1 OF 3  |  CHOOSE &amp; UNDERSTAND</a:t>
            </a:r>
          </a:p>
        </p:txBody>
      </p:sp>
      <p:sp>
        <p:nvSpPr>
          <p:cNvPr id="8" name="Oval 7"/>
          <p:cNvSpPr/>
          <p:nvPr/>
        </p:nvSpPr>
        <p:spPr>
          <a:xfrm>
            <a:off x="5394960" y="713232"/>
            <a:ext cx="146304" cy="146304"/>
          </a:xfrm>
          <a:prstGeom prst="ellipse">
            <a:avLst/>
          </a:prstGeom>
          <a:solidFill>
            <a:srgbClr val="5858A5"/>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5550408" y="786384"/>
            <a:ext cx="448056" cy="0"/>
          </a:xfrm>
          <a:prstGeom prst="line">
            <a:avLst/>
          </a:prstGeom>
          <a:ln w="10160">
            <a:solidFill>
              <a:srgbClr val="5858A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48656" y="896112"/>
            <a:ext cx="457200" cy="109728"/>
          </a:xfrm>
          <a:prstGeom prst="rect">
            <a:avLst/>
          </a:prstGeom>
          <a:noFill/>
        </p:spPr>
        <p:txBody>
          <a:bodyPr wrap="square" lIns="27432" tIns="18288" rIns="27432" bIns="18288">
            <a:spAutoFit/>
          </a:bodyPr>
          <a:lstStyle/>
          <a:p>
            <a:pPr algn="ctr">
              <a:defRPr sz="580" b="1">
                <a:solidFill>
                  <a:srgbClr val="403E80"/>
                </a:solidFill>
                <a:latin typeface="Aptos"/>
              </a:defRPr>
            </a:pPr>
            <a:r>
              <a:t>Choose</a:t>
            </a:r>
          </a:p>
        </p:txBody>
      </p:sp>
      <p:sp>
        <p:nvSpPr>
          <p:cNvPr id="11" name="Oval 10"/>
          <p:cNvSpPr/>
          <p:nvPr/>
        </p:nvSpPr>
        <p:spPr>
          <a:xfrm>
            <a:off x="6025896" y="713232"/>
            <a:ext cx="146304" cy="146304"/>
          </a:xfrm>
          <a:prstGeom prst="ellipse">
            <a:avLst/>
          </a:prstGeom>
          <a:solidFill>
            <a:srgbClr val="5858A5"/>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181344" y="786384"/>
            <a:ext cx="448055" cy="0"/>
          </a:xfrm>
          <a:prstGeom prst="line">
            <a:avLst/>
          </a:prstGeom>
          <a:ln w="10160">
            <a:solidFill>
              <a:srgbClr val="5858A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79592" y="896112"/>
            <a:ext cx="457200" cy="109728"/>
          </a:xfrm>
          <a:prstGeom prst="rect">
            <a:avLst/>
          </a:prstGeom>
          <a:noFill/>
        </p:spPr>
        <p:txBody>
          <a:bodyPr wrap="square" lIns="27432" tIns="18288" rIns="27432" bIns="18288">
            <a:spAutoFit/>
          </a:bodyPr>
          <a:lstStyle/>
          <a:p>
            <a:pPr algn="ctr">
              <a:defRPr sz="580" b="1">
                <a:solidFill>
                  <a:srgbClr val="403E80"/>
                </a:solidFill>
                <a:latin typeface="Aptos"/>
              </a:defRPr>
            </a:pPr>
            <a:r>
              <a:t>Examine</a:t>
            </a:r>
          </a:p>
        </p:txBody>
      </p:sp>
      <p:sp>
        <p:nvSpPr>
          <p:cNvPr id="14" name="Oval 13"/>
          <p:cNvSpPr/>
          <p:nvPr/>
        </p:nvSpPr>
        <p:spPr>
          <a:xfrm>
            <a:off x="6656832"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6812280" y="786384"/>
            <a:ext cx="448056"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10528"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Find</a:t>
            </a:r>
          </a:p>
        </p:txBody>
      </p:sp>
      <p:sp>
        <p:nvSpPr>
          <p:cNvPr id="17" name="Oval 16"/>
          <p:cNvSpPr/>
          <p:nvPr/>
        </p:nvSpPr>
        <p:spPr>
          <a:xfrm>
            <a:off x="7287768"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7443216" y="786384"/>
            <a:ext cx="448056"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141464"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Choose</a:t>
            </a:r>
          </a:p>
        </p:txBody>
      </p:sp>
      <p:sp>
        <p:nvSpPr>
          <p:cNvPr id="20" name="Oval 19"/>
          <p:cNvSpPr/>
          <p:nvPr/>
        </p:nvSpPr>
        <p:spPr>
          <a:xfrm>
            <a:off x="7918704"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8074152" y="786384"/>
            <a:ext cx="448056"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0"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Build</a:t>
            </a:r>
          </a:p>
        </p:txBody>
      </p:sp>
      <p:sp>
        <p:nvSpPr>
          <p:cNvPr id="23" name="Oval 22"/>
          <p:cNvSpPr/>
          <p:nvPr/>
        </p:nvSpPr>
        <p:spPr>
          <a:xfrm>
            <a:off x="8549640"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03336"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Practice</a:t>
            </a:r>
          </a:p>
        </p:txBody>
      </p:sp>
      <p:cxnSp>
        <p:nvCxnSpPr>
          <p:cNvPr id="25" name="Connector 24"/>
          <p:cNvCxnSpPr/>
          <p:nvPr/>
        </p:nvCxnSpPr>
        <p:spPr>
          <a:xfrm>
            <a:off x="320040" y="6565392"/>
            <a:ext cx="11548872" cy="0"/>
          </a:xfrm>
          <a:prstGeom prst="line">
            <a:avLst/>
          </a:prstGeom>
          <a:ln w="7620">
            <a:solidFill>
              <a:srgbClr val="D3CF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1480" y="6629400"/>
            <a:ext cx="2194560" cy="137160"/>
          </a:xfrm>
          <a:prstGeom prst="rect">
            <a:avLst/>
          </a:prstGeom>
          <a:noFill/>
        </p:spPr>
        <p:txBody>
          <a:bodyPr wrap="square" lIns="27432" tIns="18288" rIns="27432" bIns="18288">
            <a:spAutoFit/>
          </a:bodyPr>
          <a:lstStyle/>
          <a:p>
            <a:pPr>
              <a:defRPr sz="550" b="0">
                <a:solidFill>
                  <a:srgbClr val="5C5952"/>
                </a:solidFill>
                <a:latin typeface="Aptos"/>
              </a:defRPr>
            </a:pPr>
            <a:r>
              <a:t>Manager Activation</a:t>
            </a:r>
          </a:p>
        </p:txBody>
      </p:sp>
      <p:sp>
        <p:nvSpPr>
          <p:cNvPr id="27" name="TextBox 26"/>
          <p:cNvSpPr txBox="1"/>
          <p:nvPr/>
        </p:nvSpPr>
        <p:spPr>
          <a:xfrm>
            <a:off x="9875520" y="6629400"/>
            <a:ext cx="1097280" cy="137160"/>
          </a:xfrm>
          <a:prstGeom prst="rect">
            <a:avLst/>
          </a:prstGeom>
          <a:noFill/>
        </p:spPr>
        <p:txBody>
          <a:bodyPr wrap="square" lIns="27432" tIns="18288" rIns="27432" bIns="18288">
            <a:spAutoFit/>
          </a:bodyPr>
          <a:lstStyle/>
          <a:p>
            <a:pPr algn="r">
              <a:defRPr sz="550" b="0">
                <a:solidFill>
                  <a:srgbClr val="5C5952"/>
                </a:solidFill>
                <a:latin typeface="Aptos"/>
              </a:defRPr>
            </a:pPr>
            <a:r>
              <a:t>CONFIDENTIAL</a:t>
            </a:r>
          </a:p>
        </p:txBody>
      </p:sp>
      <p:sp>
        <p:nvSpPr>
          <p:cNvPr id="28" name="TextBox 27"/>
          <p:cNvSpPr txBox="1"/>
          <p:nvPr/>
        </p:nvSpPr>
        <p:spPr>
          <a:xfrm>
            <a:off x="11384280" y="6629400"/>
            <a:ext cx="274320" cy="137160"/>
          </a:xfrm>
          <a:prstGeom prst="rect">
            <a:avLst/>
          </a:prstGeom>
          <a:noFill/>
        </p:spPr>
        <p:txBody>
          <a:bodyPr wrap="square" lIns="27432" tIns="18288" rIns="27432" bIns="18288">
            <a:spAutoFit/>
          </a:bodyPr>
          <a:lstStyle/>
          <a:p>
            <a:pPr algn="r">
              <a:defRPr sz="550" b="0">
                <a:solidFill>
                  <a:srgbClr val="5C5952"/>
                </a:solidFill>
                <a:latin typeface="Aptos"/>
              </a:defRPr>
            </a:pPr>
            <a:r>
              <a:t>1</a:t>
            </a:r>
          </a:p>
        </p:txBody>
      </p:sp>
      <p:sp>
        <p:nvSpPr>
          <p:cNvPr id="30" name="Oval 29"/>
          <p:cNvSpPr/>
          <p:nvPr/>
        </p:nvSpPr>
        <p:spPr>
          <a:xfrm>
            <a:off x="502920" y="1444752"/>
            <a:ext cx="274320" cy="274320"/>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1485900"/>
            <a:ext cx="274320" cy="201168"/>
          </a:xfrm>
          <a:prstGeom prst="rect">
            <a:avLst/>
          </a:prstGeom>
          <a:noFill/>
        </p:spPr>
        <p:txBody>
          <a:bodyPr wrap="square" lIns="27432" tIns="18288" rIns="27432" bIns="18288">
            <a:spAutoFit/>
          </a:bodyPr>
          <a:lstStyle/>
          <a:p>
            <a:pPr algn="ctr">
              <a:defRPr sz="850" b="1">
                <a:solidFill>
                  <a:srgbClr val="FFFFFF"/>
                </a:solidFill>
                <a:latin typeface="Aptos"/>
              </a:defRPr>
            </a:pPr>
            <a:r>
              <a:t>1</a:t>
            </a:r>
          </a:p>
        </p:txBody>
      </p:sp>
      <p:sp>
        <p:nvSpPr>
          <p:cNvPr id="32" name="TextBox 31"/>
          <p:cNvSpPr txBox="1"/>
          <p:nvPr/>
        </p:nvSpPr>
        <p:spPr>
          <a:xfrm>
            <a:off x="850392" y="1476756"/>
            <a:ext cx="4590288" cy="252377"/>
          </a:xfrm>
          <a:prstGeom prst="rect">
            <a:avLst/>
          </a:prstGeom>
          <a:noFill/>
        </p:spPr>
        <p:txBody>
          <a:bodyPr wrap="square" lIns="27432" tIns="18288" rIns="27432" bIns="18288">
            <a:spAutoFit/>
          </a:bodyPr>
          <a:lstStyle/>
          <a:p>
            <a:pPr>
              <a:defRPr sz="1150" b="1">
                <a:solidFill>
                  <a:srgbClr val="1C1D1B"/>
                </a:solidFill>
                <a:latin typeface="Aptos"/>
              </a:defRPr>
            </a:pPr>
            <a:r>
              <a:rPr sz="1400" dirty="0"/>
              <a:t>CHOOSE THE WORK</a:t>
            </a:r>
          </a:p>
        </p:txBody>
      </p:sp>
      <p:sp>
        <p:nvSpPr>
          <p:cNvPr id="33" name="TextBox 32"/>
          <p:cNvSpPr txBox="1"/>
          <p:nvPr/>
        </p:nvSpPr>
        <p:spPr>
          <a:xfrm>
            <a:off x="502920" y="1783080"/>
            <a:ext cx="237744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Why it matters</a:t>
            </a:r>
          </a:p>
        </p:txBody>
      </p:sp>
      <p:sp>
        <p:nvSpPr>
          <p:cNvPr id="34" name="TextBox 33"/>
          <p:cNvSpPr txBox="1"/>
          <p:nvPr/>
        </p:nvSpPr>
        <p:spPr>
          <a:xfrm>
            <a:off x="502920" y="1929384"/>
            <a:ext cx="2377440" cy="498598"/>
          </a:xfrm>
          <a:prstGeom prst="rect">
            <a:avLst/>
          </a:prstGeom>
          <a:noFill/>
        </p:spPr>
        <p:txBody>
          <a:bodyPr wrap="square" lIns="27432" tIns="18288" rIns="27432" bIns="18288">
            <a:spAutoFit/>
          </a:bodyPr>
          <a:lstStyle/>
          <a:p>
            <a:pPr>
              <a:defRPr sz="710" b="0">
                <a:solidFill>
                  <a:srgbClr val="5C5952"/>
                </a:solidFill>
                <a:latin typeface="Aptos"/>
              </a:defRPr>
            </a:pPr>
            <a:r>
              <a:rPr sz="1000" dirty="0"/>
              <a:t>The biggest improvements come from strengthening work that creates meaningful value.</a:t>
            </a:r>
          </a:p>
        </p:txBody>
      </p:sp>
      <p:sp>
        <p:nvSpPr>
          <p:cNvPr id="35" name="TextBox 34"/>
          <p:cNvSpPr txBox="1"/>
          <p:nvPr/>
        </p:nvSpPr>
        <p:spPr>
          <a:xfrm>
            <a:off x="502920" y="2450592"/>
            <a:ext cx="237744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What to do</a:t>
            </a:r>
          </a:p>
        </p:txBody>
      </p:sp>
      <p:sp>
        <p:nvSpPr>
          <p:cNvPr id="36" name="TextBox 35"/>
          <p:cNvSpPr txBox="1"/>
          <p:nvPr/>
        </p:nvSpPr>
        <p:spPr>
          <a:xfrm>
            <a:off x="502920" y="2596896"/>
            <a:ext cx="2377440" cy="360099"/>
          </a:xfrm>
          <a:prstGeom prst="rect">
            <a:avLst/>
          </a:prstGeom>
          <a:noFill/>
        </p:spPr>
        <p:txBody>
          <a:bodyPr wrap="square" lIns="27432" tIns="18288" rIns="27432" bIns="18288">
            <a:spAutoFit/>
          </a:bodyPr>
          <a:lstStyle/>
          <a:p>
            <a:pPr>
              <a:defRPr sz="710" b="0">
                <a:solidFill>
                  <a:srgbClr val="5C5952"/>
                </a:solidFill>
                <a:latin typeface="Aptos"/>
              </a:defRPr>
            </a:pPr>
            <a:r>
              <a:rPr sz="1050" dirty="0"/>
              <a:t>Choose one important piece of work - or an opportunity to create more value.</a:t>
            </a:r>
          </a:p>
        </p:txBody>
      </p:sp>
      <p:sp>
        <p:nvSpPr>
          <p:cNvPr id="37" name="Rounded Rectangle 36"/>
          <p:cNvSpPr/>
          <p:nvPr/>
        </p:nvSpPr>
        <p:spPr>
          <a:xfrm>
            <a:off x="2971800" y="1747420"/>
            <a:ext cx="2651760" cy="1388971"/>
          </a:xfrm>
          <a:prstGeom prst="roundRect">
            <a:avLst/>
          </a:prstGeom>
          <a:solidFill>
            <a:srgbClr val="EDEDF9"/>
          </a:solidFill>
          <a:ln w="8890">
            <a:solidFill>
              <a:srgbClr val="D7D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8" name="TextBox 37"/>
          <p:cNvSpPr txBox="1"/>
          <p:nvPr/>
        </p:nvSpPr>
        <p:spPr>
          <a:xfrm>
            <a:off x="3072384" y="1842516"/>
            <a:ext cx="2286000" cy="175433"/>
          </a:xfrm>
          <a:prstGeom prst="rect">
            <a:avLst/>
          </a:prstGeom>
          <a:noFill/>
        </p:spPr>
        <p:txBody>
          <a:bodyPr wrap="square" lIns="27432" tIns="18288" rIns="27432" bIns="18288">
            <a:spAutoFit/>
          </a:bodyPr>
          <a:lstStyle/>
          <a:p>
            <a:pPr>
              <a:defRPr sz="650" b="1">
                <a:solidFill>
                  <a:srgbClr val="403E80"/>
                </a:solidFill>
                <a:latin typeface="Aptos"/>
              </a:defRPr>
            </a:pPr>
            <a:r>
              <a:rPr sz="900" dirty="0"/>
              <a:t>Good candidates include work that...</a:t>
            </a:r>
          </a:p>
        </p:txBody>
      </p:sp>
      <p:sp>
        <p:nvSpPr>
          <p:cNvPr id="39" name="Rectangle 38"/>
          <p:cNvSpPr/>
          <p:nvPr/>
        </p:nvSpPr>
        <p:spPr>
          <a:xfrm>
            <a:off x="3072384" y="2080260"/>
            <a:ext cx="82296" cy="82296"/>
          </a:xfrm>
          <a:prstGeom prst="rect">
            <a:avLst/>
          </a:prstGeom>
          <a:solidFill>
            <a:srgbClr val="FFFFFF"/>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00400" y="2028041"/>
            <a:ext cx="2350008" cy="175433"/>
          </a:xfrm>
          <a:prstGeom prst="rect">
            <a:avLst/>
          </a:prstGeom>
          <a:noFill/>
        </p:spPr>
        <p:txBody>
          <a:bodyPr wrap="square" lIns="27432" tIns="18288" rIns="27432" bIns="18288">
            <a:spAutoFit/>
          </a:bodyPr>
          <a:lstStyle/>
          <a:p>
            <a:pPr>
              <a:defRPr sz="580" b="0">
                <a:solidFill>
                  <a:srgbClr val="1C1D1B"/>
                </a:solidFill>
                <a:latin typeface="Aptos"/>
              </a:defRPr>
            </a:pPr>
            <a:r>
              <a:rPr sz="900" dirty="0"/>
              <a:t>Influences important decisions</a:t>
            </a:r>
          </a:p>
        </p:txBody>
      </p:sp>
      <p:sp>
        <p:nvSpPr>
          <p:cNvPr id="41" name="Rectangle 40"/>
          <p:cNvSpPr/>
          <p:nvPr/>
        </p:nvSpPr>
        <p:spPr>
          <a:xfrm>
            <a:off x="3072384" y="2232660"/>
            <a:ext cx="82296" cy="82296"/>
          </a:xfrm>
          <a:prstGeom prst="rect">
            <a:avLst/>
          </a:prstGeom>
          <a:solidFill>
            <a:srgbClr val="FFFFFF"/>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00400" y="2184521"/>
            <a:ext cx="2350008" cy="175433"/>
          </a:xfrm>
          <a:prstGeom prst="rect">
            <a:avLst/>
          </a:prstGeom>
          <a:noFill/>
        </p:spPr>
        <p:txBody>
          <a:bodyPr wrap="square" lIns="27432" tIns="18288" rIns="27432" bIns="18288">
            <a:spAutoFit/>
          </a:bodyPr>
          <a:lstStyle/>
          <a:p>
            <a:pPr>
              <a:defRPr sz="580" b="0">
                <a:solidFill>
                  <a:srgbClr val="1C1D1B"/>
                </a:solidFill>
                <a:latin typeface="Aptos"/>
              </a:defRPr>
            </a:pPr>
            <a:r>
              <a:rPr sz="900" dirty="0"/>
              <a:t>Is shared with leaders, customers, or partners</a:t>
            </a:r>
          </a:p>
        </p:txBody>
      </p:sp>
      <p:sp>
        <p:nvSpPr>
          <p:cNvPr id="43" name="Rectangle 42"/>
          <p:cNvSpPr/>
          <p:nvPr/>
        </p:nvSpPr>
        <p:spPr>
          <a:xfrm>
            <a:off x="3072384" y="2385060"/>
            <a:ext cx="82296" cy="82296"/>
          </a:xfrm>
          <a:prstGeom prst="rect">
            <a:avLst/>
          </a:prstGeom>
          <a:solidFill>
            <a:srgbClr val="FFFFFF"/>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00400" y="2349960"/>
            <a:ext cx="2350008" cy="175433"/>
          </a:xfrm>
          <a:prstGeom prst="rect">
            <a:avLst/>
          </a:prstGeom>
          <a:noFill/>
        </p:spPr>
        <p:txBody>
          <a:bodyPr wrap="square" lIns="27432" tIns="18288" rIns="27432" bIns="18288">
            <a:spAutoFit/>
          </a:bodyPr>
          <a:lstStyle/>
          <a:p>
            <a:pPr>
              <a:defRPr sz="580" b="0">
                <a:solidFill>
                  <a:srgbClr val="1C1D1B"/>
                </a:solidFill>
                <a:latin typeface="Aptos"/>
              </a:defRPr>
            </a:pPr>
            <a:r>
              <a:rPr sz="900"/>
              <a:t>Did not have the impact you hoped for</a:t>
            </a:r>
          </a:p>
        </p:txBody>
      </p:sp>
      <p:sp>
        <p:nvSpPr>
          <p:cNvPr id="45" name="Rectangle 44"/>
          <p:cNvSpPr/>
          <p:nvPr/>
        </p:nvSpPr>
        <p:spPr>
          <a:xfrm>
            <a:off x="3072384" y="2537460"/>
            <a:ext cx="82296" cy="82296"/>
          </a:xfrm>
          <a:prstGeom prst="rect">
            <a:avLst/>
          </a:prstGeom>
          <a:solidFill>
            <a:srgbClr val="FFFFFF"/>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200400" y="2514060"/>
            <a:ext cx="2350008" cy="175433"/>
          </a:xfrm>
          <a:prstGeom prst="rect">
            <a:avLst/>
          </a:prstGeom>
          <a:noFill/>
        </p:spPr>
        <p:txBody>
          <a:bodyPr wrap="square" lIns="27432" tIns="18288" rIns="27432" bIns="18288">
            <a:spAutoFit/>
          </a:bodyPr>
          <a:lstStyle/>
          <a:p>
            <a:pPr>
              <a:defRPr sz="580" b="0">
                <a:solidFill>
                  <a:srgbClr val="1C1D1B"/>
                </a:solidFill>
                <a:latin typeface="Aptos"/>
              </a:defRPr>
            </a:pPr>
            <a:r>
              <a:rPr sz="900"/>
              <a:t>Could create more value for stakeholders</a:t>
            </a:r>
          </a:p>
        </p:txBody>
      </p:sp>
      <p:sp>
        <p:nvSpPr>
          <p:cNvPr id="47" name="Rectangle 46"/>
          <p:cNvSpPr/>
          <p:nvPr/>
        </p:nvSpPr>
        <p:spPr>
          <a:xfrm>
            <a:off x="3072384" y="2689860"/>
            <a:ext cx="82296" cy="82296"/>
          </a:xfrm>
          <a:prstGeom prst="rect">
            <a:avLst/>
          </a:prstGeom>
          <a:solidFill>
            <a:srgbClr val="FFFFFF"/>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00400" y="2678160"/>
            <a:ext cx="2350008" cy="175433"/>
          </a:xfrm>
          <a:prstGeom prst="rect">
            <a:avLst/>
          </a:prstGeom>
          <a:noFill/>
        </p:spPr>
        <p:txBody>
          <a:bodyPr wrap="square" lIns="27432" tIns="18288" rIns="27432" bIns="18288">
            <a:spAutoFit/>
          </a:bodyPr>
          <a:lstStyle/>
          <a:p>
            <a:pPr>
              <a:defRPr sz="580" b="0">
                <a:solidFill>
                  <a:srgbClr val="1C1D1B"/>
                </a:solidFill>
                <a:latin typeface="Aptos"/>
              </a:defRPr>
            </a:pPr>
            <a:r>
              <a:rPr sz="900"/>
              <a:t>Would benefit from stronger thinking</a:t>
            </a:r>
          </a:p>
        </p:txBody>
      </p:sp>
      <p:sp>
        <p:nvSpPr>
          <p:cNvPr id="49" name="Rectangle 48"/>
          <p:cNvSpPr/>
          <p:nvPr/>
        </p:nvSpPr>
        <p:spPr>
          <a:xfrm>
            <a:off x="3072384" y="2842260"/>
            <a:ext cx="82296" cy="82296"/>
          </a:xfrm>
          <a:prstGeom prst="rect">
            <a:avLst/>
          </a:prstGeom>
          <a:solidFill>
            <a:srgbClr val="FFFFFF"/>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200400" y="2842260"/>
            <a:ext cx="2350008" cy="175433"/>
          </a:xfrm>
          <a:prstGeom prst="rect">
            <a:avLst/>
          </a:prstGeom>
          <a:noFill/>
        </p:spPr>
        <p:txBody>
          <a:bodyPr wrap="square" lIns="27432" tIns="18288" rIns="27432" bIns="18288">
            <a:spAutoFit/>
          </a:bodyPr>
          <a:lstStyle/>
          <a:p>
            <a:pPr>
              <a:defRPr sz="580" b="0">
                <a:solidFill>
                  <a:srgbClr val="1C1D1B"/>
                </a:solidFill>
                <a:latin typeface="Aptos"/>
              </a:defRPr>
            </a:pPr>
            <a:r>
              <a:rPr sz="900"/>
              <a:t>Is important enough that better quality matters</a:t>
            </a:r>
          </a:p>
        </p:txBody>
      </p:sp>
      <p:sp>
        <p:nvSpPr>
          <p:cNvPr id="51" name="TextBox 50"/>
          <p:cNvSpPr txBox="1"/>
          <p:nvPr/>
        </p:nvSpPr>
        <p:spPr>
          <a:xfrm>
            <a:off x="502920" y="2971800"/>
            <a:ext cx="1188720" cy="190821"/>
          </a:xfrm>
          <a:prstGeom prst="rect">
            <a:avLst/>
          </a:prstGeom>
          <a:noFill/>
        </p:spPr>
        <p:txBody>
          <a:bodyPr wrap="square" lIns="27432" tIns="18288" rIns="27432" bIns="18288">
            <a:spAutoFit/>
          </a:bodyPr>
          <a:lstStyle/>
          <a:p>
            <a:pPr>
              <a:defRPr sz="650" b="1">
                <a:solidFill>
                  <a:srgbClr val="403E80"/>
                </a:solidFill>
                <a:latin typeface="Aptos"/>
              </a:defRPr>
            </a:pPr>
            <a:r>
              <a:rPr sz="1000" dirty="0"/>
              <a:t>Examples</a:t>
            </a:r>
          </a:p>
        </p:txBody>
      </p:sp>
      <p:sp>
        <p:nvSpPr>
          <p:cNvPr id="52" name="Oval 51"/>
          <p:cNvSpPr/>
          <p:nvPr/>
        </p:nvSpPr>
        <p:spPr>
          <a:xfrm>
            <a:off x="502920" y="323240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35508" y="318211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Executive presentation</a:t>
            </a:r>
          </a:p>
        </p:txBody>
      </p:sp>
      <p:sp>
        <p:nvSpPr>
          <p:cNvPr id="54" name="Oval 53"/>
          <p:cNvSpPr/>
          <p:nvPr/>
        </p:nvSpPr>
        <p:spPr>
          <a:xfrm>
            <a:off x="502920" y="341528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0936" y="336499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Business recommendation</a:t>
            </a:r>
          </a:p>
        </p:txBody>
      </p:sp>
      <p:sp>
        <p:nvSpPr>
          <p:cNvPr id="56" name="Oval 55"/>
          <p:cNvSpPr/>
          <p:nvPr/>
        </p:nvSpPr>
        <p:spPr>
          <a:xfrm>
            <a:off x="502920" y="359816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30936" y="354787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Strategy document</a:t>
            </a:r>
          </a:p>
        </p:txBody>
      </p:sp>
      <p:sp>
        <p:nvSpPr>
          <p:cNvPr id="58" name="Oval 57"/>
          <p:cNvSpPr/>
          <p:nvPr/>
        </p:nvSpPr>
        <p:spPr>
          <a:xfrm>
            <a:off x="502920" y="378104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30936" y="373075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Quarterly Business Review</a:t>
            </a:r>
          </a:p>
        </p:txBody>
      </p:sp>
      <p:sp>
        <p:nvSpPr>
          <p:cNvPr id="60" name="Oval 59"/>
          <p:cNvSpPr/>
          <p:nvPr/>
        </p:nvSpPr>
        <p:spPr>
          <a:xfrm>
            <a:off x="502920" y="396392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30936" y="391363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Customer insight</a:t>
            </a:r>
          </a:p>
        </p:txBody>
      </p:sp>
      <p:sp>
        <p:nvSpPr>
          <p:cNvPr id="62" name="Oval 61"/>
          <p:cNvSpPr/>
          <p:nvPr/>
        </p:nvSpPr>
        <p:spPr>
          <a:xfrm>
            <a:off x="3017520" y="323240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145536" y="318211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Leadership communication</a:t>
            </a:r>
          </a:p>
        </p:txBody>
      </p:sp>
      <p:sp>
        <p:nvSpPr>
          <p:cNvPr id="64" name="Oval 63"/>
          <p:cNvSpPr/>
          <p:nvPr/>
        </p:nvSpPr>
        <p:spPr>
          <a:xfrm>
            <a:off x="3017520" y="341528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145536" y="336499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Decision memo</a:t>
            </a:r>
          </a:p>
        </p:txBody>
      </p:sp>
      <p:sp>
        <p:nvSpPr>
          <p:cNvPr id="66" name="Oval 65"/>
          <p:cNvSpPr/>
          <p:nvPr/>
        </p:nvSpPr>
        <p:spPr>
          <a:xfrm>
            <a:off x="3017520" y="359816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145536" y="354787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Coaching conversation</a:t>
            </a:r>
          </a:p>
        </p:txBody>
      </p:sp>
      <p:sp>
        <p:nvSpPr>
          <p:cNvPr id="68" name="Oval 67"/>
          <p:cNvSpPr/>
          <p:nvPr/>
        </p:nvSpPr>
        <p:spPr>
          <a:xfrm>
            <a:off x="3017520" y="378104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145536" y="3730752"/>
            <a:ext cx="2112264" cy="175433"/>
          </a:xfrm>
          <a:prstGeom prst="rect">
            <a:avLst/>
          </a:prstGeom>
          <a:noFill/>
        </p:spPr>
        <p:txBody>
          <a:bodyPr wrap="square" lIns="27432" tIns="18288" rIns="27432" bIns="18288">
            <a:spAutoFit/>
          </a:bodyPr>
          <a:lstStyle/>
          <a:p>
            <a:pPr>
              <a:defRPr sz="610" b="0">
                <a:solidFill>
                  <a:srgbClr val="1C1D1B"/>
                </a:solidFill>
                <a:latin typeface="Aptos"/>
              </a:defRPr>
            </a:pPr>
            <a:r>
              <a:rPr sz="900"/>
              <a:t>Project proposal</a:t>
            </a:r>
          </a:p>
        </p:txBody>
      </p:sp>
      <p:sp>
        <p:nvSpPr>
          <p:cNvPr id="70" name="Oval 69"/>
          <p:cNvSpPr/>
          <p:nvPr/>
        </p:nvSpPr>
        <p:spPr>
          <a:xfrm>
            <a:off x="3017520" y="396392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145536" y="3913632"/>
            <a:ext cx="2276856" cy="175433"/>
          </a:xfrm>
          <a:prstGeom prst="rect">
            <a:avLst/>
          </a:prstGeom>
          <a:noFill/>
        </p:spPr>
        <p:txBody>
          <a:bodyPr wrap="square" lIns="27432" tIns="18288" rIns="27432" bIns="18288">
            <a:spAutoFit/>
          </a:bodyPr>
          <a:lstStyle/>
          <a:p>
            <a:pPr>
              <a:defRPr sz="610" b="0">
                <a:solidFill>
                  <a:srgbClr val="1C1D1B"/>
                </a:solidFill>
                <a:latin typeface="Aptos"/>
              </a:defRPr>
            </a:pPr>
            <a:r>
              <a:rPr sz="900" dirty="0"/>
              <a:t>New opportunity to better serve customers</a:t>
            </a:r>
          </a:p>
        </p:txBody>
      </p:sp>
      <p:sp>
        <p:nvSpPr>
          <p:cNvPr id="72" name="Rounded Rectangle 71"/>
          <p:cNvSpPr/>
          <p:nvPr/>
        </p:nvSpPr>
        <p:spPr>
          <a:xfrm>
            <a:off x="502920" y="4178808"/>
            <a:ext cx="4983480" cy="1197858"/>
          </a:xfrm>
          <a:prstGeom prst="roundRect">
            <a:avLst/>
          </a:prstGeom>
          <a:solidFill>
            <a:srgbClr val="FBFBF9"/>
          </a:solidFill>
          <a:ln w="1143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76072" y="4218432"/>
            <a:ext cx="4837176" cy="190821"/>
          </a:xfrm>
          <a:prstGeom prst="rect">
            <a:avLst/>
          </a:prstGeom>
          <a:noFill/>
        </p:spPr>
        <p:txBody>
          <a:bodyPr wrap="square" lIns="27432" tIns="18288" rIns="27432" bIns="18288">
            <a:spAutoFit/>
          </a:bodyPr>
          <a:lstStyle/>
          <a:p>
            <a:pPr>
              <a:defRPr sz="760" b="1">
                <a:solidFill>
                  <a:srgbClr val="403E80"/>
                </a:solidFill>
                <a:latin typeface="Aptos"/>
              </a:defRPr>
            </a:pPr>
            <a:r>
              <a:rPr sz="1000" dirty="0"/>
              <a:t>My work (or value opportunity)</a:t>
            </a:r>
          </a:p>
        </p:txBody>
      </p:sp>
      <p:sp>
        <p:nvSpPr>
          <p:cNvPr id="77" name="Rounded Rectangle 76"/>
          <p:cNvSpPr/>
          <p:nvPr/>
        </p:nvSpPr>
        <p:spPr>
          <a:xfrm>
            <a:off x="502920" y="5413248"/>
            <a:ext cx="4983480" cy="384048"/>
          </a:xfrm>
          <a:prstGeom prst="roundRect">
            <a:avLst/>
          </a:prstGeom>
          <a:solidFill>
            <a:srgbClr val="F0F6F6"/>
          </a:solidFill>
          <a:ln w="8890">
            <a:solidFill>
              <a:srgbClr val="7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76072" y="5422392"/>
            <a:ext cx="4837176" cy="190821"/>
          </a:xfrm>
          <a:prstGeom prst="rect">
            <a:avLst/>
          </a:prstGeom>
          <a:noFill/>
        </p:spPr>
        <p:txBody>
          <a:bodyPr wrap="square" lIns="27432" tIns="18288" rIns="27432" bIns="18288">
            <a:spAutoFit/>
          </a:bodyPr>
          <a:lstStyle/>
          <a:p>
            <a:pPr>
              <a:defRPr sz="530" b="1">
                <a:solidFill>
                  <a:srgbClr val="403E80"/>
                </a:solidFill>
                <a:latin typeface="Aptos"/>
              </a:defRPr>
            </a:pPr>
            <a:r>
              <a:rPr sz="1000" dirty="0"/>
              <a:t>COACHING PROMPT</a:t>
            </a:r>
          </a:p>
        </p:txBody>
      </p:sp>
      <p:sp>
        <p:nvSpPr>
          <p:cNvPr id="79" name="TextBox 78"/>
          <p:cNvSpPr txBox="1"/>
          <p:nvPr/>
        </p:nvSpPr>
        <p:spPr>
          <a:xfrm>
            <a:off x="576072" y="5586984"/>
            <a:ext cx="4837176" cy="206210"/>
          </a:xfrm>
          <a:prstGeom prst="rect">
            <a:avLst/>
          </a:prstGeom>
          <a:noFill/>
        </p:spPr>
        <p:txBody>
          <a:bodyPr wrap="square" lIns="27432" tIns="18288" rIns="27432" bIns="18288">
            <a:spAutoFit/>
          </a:bodyPr>
          <a:lstStyle/>
          <a:p>
            <a:pPr>
              <a:defRPr sz="700" b="0">
                <a:solidFill>
                  <a:srgbClr val="1C1D1B"/>
                </a:solidFill>
                <a:latin typeface="Aptos"/>
              </a:defRPr>
            </a:pPr>
            <a:r>
              <a:rPr sz="1100"/>
              <a:t>If this work were noticeably stronger, where would it create the greatest value?</a:t>
            </a:r>
          </a:p>
        </p:txBody>
      </p:sp>
      <p:sp>
        <p:nvSpPr>
          <p:cNvPr id="80" name="Rounded Rectangle 79"/>
          <p:cNvSpPr/>
          <p:nvPr/>
        </p:nvSpPr>
        <p:spPr>
          <a:xfrm>
            <a:off x="502920" y="5870448"/>
            <a:ext cx="4983480" cy="365760"/>
          </a:xfrm>
          <a:prstGeom prst="roundRect">
            <a:avLst/>
          </a:prstGeom>
          <a:solidFill>
            <a:srgbClr val="FFFAE7"/>
          </a:solidFill>
          <a:ln w="8890">
            <a:solidFill>
              <a:srgbClr val="E1C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576072" y="5934456"/>
            <a:ext cx="320040" cy="190821"/>
          </a:xfrm>
          <a:prstGeom prst="rect">
            <a:avLst/>
          </a:prstGeom>
          <a:noFill/>
        </p:spPr>
        <p:txBody>
          <a:bodyPr wrap="square" lIns="27432" tIns="18288" rIns="27432" bIns="18288">
            <a:spAutoFit/>
          </a:bodyPr>
          <a:lstStyle/>
          <a:p>
            <a:pPr>
              <a:defRPr sz="550" b="1">
                <a:solidFill>
                  <a:srgbClr val="403E80"/>
                </a:solidFill>
                <a:latin typeface="Aptos"/>
              </a:defRPr>
            </a:pPr>
            <a:r>
              <a:rPr sz="1000" dirty="0"/>
              <a:t>TIP</a:t>
            </a:r>
          </a:p>
        </p:txBody>
      </p:sp>
      <p:sp>
        <p:nvSpPr>
          <p:cNvPr id="82" name="TextBox 81"/>
          <p:cNvSpPr txBox="1"/>
          <p:nvPr/>
        </p:nvSpPr>
        <p:spPr>
          <a:xfrm>
            <a:off x="914400" y="5896356"/>
            <a:ext cx="4507992" cy="344710"/>
          </a:xfrm>
          <a:prstGeom prst="rect">
            <a:avLst/>
          </a:prstGeom>
          <a:noFill/>
        </p:spPr>
        <p:txBody>
          <a:bodyPr wrap="square" lIns="27432" tIns="18288" rIns="27432" bIns="18288">
            <a:spAutoFit/>
          </a:bodyPr>
          <a:lstStyle/>
          <a:p>
            <a:pPr>
              <a:defRPr sz="680" b="0">
                <a:solidFill>
                  <a:srgbClr val="1C1D1B"/>
                </a:solidFill>
                <a:latin typeface="Aptos"/>
              </a:defRPr>
            </a:pPr>
            <a:r>
              <a:rPr sz="1000" dirty="0"/>
              <a:t>Do not choose the biggest project. Choose work where stronger thinking could create more value.</a:t>
            </a:r>
          </a:p>
        </p:txBody>
      </p:sp>
      <p:sp>
        <p:nvSpPr>
          <p:cNvPr id="84" name="Oval 83"/>
          <p:cNvSpPr/>
          <p:nvPr/>
        </p:nvSpPr>
        <p:spPr>
          <a:xfrm>
            <a:off x="6016752" y="1444752"/>
            <a:ext cx="274320" cy="274320"/>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016752" y="1485900"/>
            <a:ext cx="274320" cy="201168"/>
          </a:xfrm>
          <a:prstGeom prst="rect">
            <a:avLst/>
          </a:prstGeom>
          <a:noFill/>
        </p:spPr>
        <p:txBody>
          <a:bodyPr wrap="square" lIns="27432" tIns="18288" rIns="27432" bIns="18288">
            <a:spAutoFit/>
          </a:bodyPr>
          <a:lstStyle/>
          <a:p>
            <a:pPr algn="ctr">
              <a:defRPr sz="850" b="1">
                <a:solidFill>
                  <a:srgbClr val="FFFFFF"/>
                </a:solidFill>
                <a:latin typeface="Aptos"/>
              </a:defRPr>
            </a:pPr>
            <a:r>
              <a:t>2</a:t>
            </a:r>
          </a:p>
        </p:txBody>
      </p:sp>
      <p:sp>
        <p:nvSpPr>
          <p:cNvPr id="86" name="TextBox 85"/>
          <p:cNvSpPr txBox="1"/>
          <p:nvPr/>
        </p:nvSpPr>
        <p:spPr>
          <a:xfrm>
            <a:off x="6364224" y="1476756"/>
            <a:ext cx="5138928" cy="252377"/>
          </a:xfrm>
          <a:prstGeom prst="rect">
            <a:avLst/>
          </a:prstGeom>
          <a:noFill/>
        </p:spPr>
        <p:txBody>
          <a:bodyPr wrap="square" lIns="27432" tIns="18288" rIns="27432" bIns="18288">
            <a:spAutoFit/>
          </a:bodyPr>
          <a:lstStyle/>
          <a:p>
            <a:pPr>
              <a:defRPr sz="1150" b="1">
                <a:solidFill>
                  <a:srgbClr val="1C1D1B"/>
                </a:solidFill>
                <a:latin typeface="Aptos"/>
              </a:defRPr>
            </a:pPr>
            <a:r>
              <a:rPr sz="1400"/>
              <a:t>EXAMINE THE WORK</a:t>
            </a:r>
          </a:p>
        </p:txBody>
      </p:sp>
      <p:sp>
        <p:nvSpPr>
          <p:cNvPr id="87" name="TextBox 86"/>
          <p:cNvSpPr txBox="1"/>
          <p:nvPr/>
        </p:nvSpPr>
        <p:spPr>
          <a:xfrm>
            <a:off x="6093229" y="1796796"/>
            <a:ext cx="219456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Why it matters</a:t>
            </a:r>
          </a:p>
        </p:txBody>
      </p:sp>
      <p:sp>
        <p:nvSpPr>
          <p:cNvPr id="88" name="TextBox 87"/>
          <p:cNvSpPr txBox="1"/>
          <p:nvPr/>
        </p:nvSpPr>
        <p:spPr>
          <a:xfrm>
            <a:off x="6093228" y="1943100"/>
            <a:ext cx="5207231" cy="198516"/>
          </a:xfrm>
          <a:prstGeom prst="rect">
            <a:avLst/>
          </a:prstGeom>
          <a:noFill/>
        </p:spPr>
        <p:txBody>
          <a:bodyPr wrap="square" lIns="27432" tIns="18288" rIns="27432" bIns="18288">
            <a:spAutoFit/>
          </a:bodyPr>
          <a:lstStyle/>
          <a:p>
            <a:pPr>
              <a:defRPr sz="710" b="0">
                <a:solidFill>
                  <a:srgbClr val="5C5952"/>
                </a:solidFill>
                <a:latin typeface="Aptos"/>
              </a:defRPr>
            </a:pPr>
            <a:r>
              <a:rPr sz="1050" dirty="0"/>
              <a:t>Before improving the work, understand the value it is intended to create.</a:t>
            </a:r>
          </a:p>
        </p:txBody>
      </p:sp>
      <p:sp>
        <p:nvSpPr>
          <p:cNvPr id="89" name="TextBox 88"/>
          <p:cNvSpPr txBox="1"/>
          <p:nvPr/>
        </p:nvSpPr>
        <p:spPr>
          <a:xfrm>
            <a:off x="6092952" y="2168652"/>
            <a:ext cx="219456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What to do</a:t>
            </a:r>
          </a:p>
        </p:txBody>
      </p:sp>
      <p:sp>
        <p:nvSpPr>
          <p:cNvPr id="90" name="TextBox 89"/>
          <p:cNvSpPr txBox="1"/>
          <p:nvPr/>
        </p:nvSpPr>
        <p:spPr>
          <a:xfrm>
            <a:off x="6108192" y="2360677"/>
            <a:ext cx="5394960" cy="190821"/>
          </a:xfrm>
          <a:prstGeom prst="rect">
            <a:avLst/>
          </a:prstGeom>
          <a:noFill/>
        </p:spPr>
        <p:txBody>
          <a:bodyPr wrap="square" lIns="27432" tIns="18288" rIns="27432" bIns="18288">
            <a:spAutoFit/>
          </a:bodyPr>
          <a:lstStyle/>
          <a:p>
            <a:pPr>
              <a:defRPr sz="710" b="0">
                <a:solidFill>
                  <a:srgbClr val="5C5952"/>
                </a:solidFill>
                <a:latin typeface="Aptos"/>
              </a:defRPr>
            </a:pPr>
            <a:r>
              <a:rPr sz="1000" dirty="0"/>
              <a:t>Review the work before changing it. Understand purpose, audience, outcome, and strengths.</a:t>
            </a:r>
          </a:p>
        </p:txBody>
      </p:sp>
      <p:sp>
        <p:nvSpPr>
          <p:cNvPr id="92" name="Rounded Rectangle 91"/>
          <p:cNvSpPr/>
          <p:nvPr/>
        </p:nvSpPr>
        <p:spPr>
          <a:xfrm>
            <a:off x="6016752" y="2572512"/>
            <a:ext cx="2743200" cy="1330452"/>
          </a:xfrm>
          <a:prstGeom prst="roundRect">
            <a:avLst/>
          </a:prstGeom>
          <a:solidFill>
            <a:srgbClr val="FBFBF9"/>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6108192" y="2615184"/>
            <a:ext cx="2560320" cy="190821"/>
          </a:xfrm>
          <a:prstGeom prst="rect">
            <a:avLst/>
          </a:prstGeom>
          <a:noFill/>
        </p:spPr>
        <p:txBody>
          <a:bodyPr wrap="square" lIns="27432" tIns="18288" rIns="27432" bIns="18288">
            <a:spAutoFit/>
          </a:bodyPr>
          <a:lstStyle/>
          <a:p>
            <a:pPr>
              <a:defRPr sz="720" b="1">
                <a:solidFill>
                  <a:srgbClr val="403E80"/>
                </a:solidFill>
                <a:latin typeface="Aptos"/>
              </a:defRPr>
            </a:pPr>
            <a:r>
              <a:rPr sz="1000" dirty="0"/>
              <a:t>Purpose</a:t>
            </a:r>
          </a:p>
        </p:txBody>
      </p:sp>
      <p:sp>
        <p:nvSpPr>
          <p:cNvPr id="94" name="TextBox 93"/>
          <p:cNvSpPr txBox="1"/>
          <p:nvPr/>
        </p:nvSpPr>
        <p:spPr>
          <a:xfrm>
            <a:off x="6108192" y="2807208"/>
            <a:ext cx="2560320" cy="190821"/>
          </a:xfrm>
          <a:prstGeom prst="rect">
            <a:avLst/>
          </a:prstGeom>
          <a:noFill/>
        </p:spPr>
        <p:txBody>
          <a:bodyPr wrap="square" lIns="27432" tIns="18288" rIns="27432" bIns="18288">
            <a:spAutoFit/>
          </a:bodyPr>
          <a:lstStyle/>
          <a:p>
            <a:pPr>
              <a:defRPr sz="660" b="0">
                <a:solidFill>
                  <a:srgbClr val="1C1D1B"/>
                </a:solidFill>
                <a:latin typeface="Aptos"/>
              </a:defRPr>
            </a:pPr>
            <a:r>
              <a:rPr sz="1000" dirty="0"/>
              <a:t>What is this work trying to accomplish?</a:t>
            </a:r>
          </a:p>
        </p:txBody>
      </p:sp>
      <p:sp>
        <p:nvSpPr>
          <p:cNvPr id="95" name="TextBox 94"/>
          <p:cNvSpPr txBox="1"/>
          <p:nvPr/>
        </p:nvSpPr>
        <p:spPr>
          <a:xfrm>
            <a:off x="6108192" y="2987040"/>
            <a:ext cx="2560320" cy="175433"/>
          </a:xfrm>
          <a:prstGeom prst="rect">
            <a:avLst/>
          </a:prstGeom>
          <a:noFill/>
        </p:spPr>
        <p:txBody>
          <a:bodyPr wrap="square" lIns="27432" tIns="18288" rIns="27432" bIns="18288">
            <a:spAutoFit/>
          </a:bodyPr>
          <a:lstStyle/>
          <a:p>
            <a:pPr>
              <a:defRPr sz="580" b="0">
                <a:solidFill>
                  <a:srgbClr val="5C5952"/>
                </a:solidFill>
                <a:latin typeface="Aptos"/>
              </a:defRPr>
            </a:pPr>
            <a:r>
              <a:rPr sz="900" i="1" dirty="0"/>
              <a:t>Example: Help leaders make a funding decision.</a:t>
            </a:r>
          </a:p>
        </p:txBody>
      </p:sp>
      <p:sp>
        <p:nvSpPr>
          <p:cNvPr id="97" name="Rounded Rectangle 96"/>
          <p:cNvSpPr/>
          <p:nvPr/>
        </p:nvSpPr>
        <p:spPr>
          <a:xfrm>
            <a:off x="8869680" y="2572512"/>
            <a:ext cx="2743200" cy="1330452"/>
          </a:xfrm>
          <a:prstGeom prst="roundRect">
            <a:avLst/>
          </a:prstGeom>
          <a:solidFill>
            <a:srgbClr val="FBFBF9"/>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8961119" y="2645664"/>
            <a:ext cx="2560320" cy="190821"/>
          </a:xfrm>
          <a:prstGeom prst="rect">
            <a:avLst/>
          </a:prstGeom>
          <a:noFill/>
        </p:spPr>
        <p:txBody>
          <a:bodyPr wrap="square" lIns="27432" tIns="18288" rIns="27432" bIns="18288">
            <a:spAutoFit/>
          </a:bodyPr>
          <a:lstStyle/>
          <a:p>
            <a:pPr>
              <a:defRPr sz="720" b="1">
                <a:solidFill>
                  <a:srgbClr val="403E80"/>
                </a:solidFill>
                <a:latin typeface="Aptos"/>
              </a:defRPr>
            </a:pPr>
            <a:r>
              <a:rPr sz="1000"/>
              <a:t>Audience</a:t>
            </a:r>
          </a:p>
        </p:txBody>
      </p:sp>
      <p:sp>
        <p:nvSpPr>
          <p:cNvPr id="99" name="TextBox 98"/>
          <p:cNvSpPr txBox="1"/>
          <p:nvPr/>
        </p:nvSpPr>
        <p:spPr>
          <a:xfrm>
            <a:off x="8961119" y="2837688"/>
            <a:ext cx="2560320" cy="190821"/>
          </a:xfrm>
          <a:prstGeom prst="rect">
            <a:avLst/>
          </a:prstGeom>
          <a:noFill/>
        </p:spPr>
        <p:txBody>
          <a:bodyPr wrap="square" lIns="27432" tIns="18288" rIns="27432" bIns="18288">
            <a:spAutoFit/>
          </a:bodyPr>
          <a:lstStyle/>
          <a:p>
            <a:pPr>
              <a:defRPr sz="660" b="0">
                <a:solidFill>
                  <a:srgbClr val="1C1D1B"/>
                </a:solidFill>
                <a:latin typeface="Aptos"/>
              </a:defRPr>
            </a:pPr>
            <a:r>
              <a:rPr sz="1000"/>
              <a:t>Who is this for?</a:t>
            </a:r>
          </a:p>
        </p:txBody>
      </p:sp>
      <p:sp>
        <p:nvSpPr>
          <p:cNvPr id="100" name="TextBox 99"/>
          <p:cNvSpPr txBox="1"/>
          <p:nvPr/>
        </p:nvSpPr>
        <p:spPr>
          <a:xfrm>
            <a:off x="8961119" y="3017520"/>
            <a:ext cx="2560320" cy="175433"/>
          </a:xfrm>
          <a:prstGeom prst="rect">
            <a:avLst/>
          </a:prstGeom>
          <a:noFill/>
        </p:spPr>
        <p:txBody>
          <a:bodyPr wrap="square" lIns="27432" tIns="18288" rIns="27432" bIns="18288">
            <a:spAutoFit/>
          </a:bodyPr>
          <a:lstStyle/>
          <a:p>
            <a:pPr>
              <a:defRPr sz="580" b="0">
                <a:solidFill>
                  <a:srgbClr val="5C5952"/>
                </a:solidFill>
                <a:latin typeface="Aptos"/>
              </a:defRPr>
            </a:pPr>
            <a:r>
              <a:rPr sz="900" i="1" dirty="0"/>
              <a:t>Example: Executive team, customers, or partners.</a:t>
            </a:r>
          </a:p>
        </p:txBody>
      </p:sp>
      <p:cxnSp>
        <p:nvCxnSpPr>
          <p:cNvPr id="101" name="Connector 100"/>
          <p:cNvCxnSpPr/>
          <p:nvPr/>
        </p:nvCxnSpPr>
        <p:spPr>
          <a:xfrm>
            <a:off x="8961119" y="4099560"/>
            <a:ext cx="2560321" cy="0"/>
          </a:xfrm>
          <a:prstGeom prst="line">
            <a:avLst/>
          </a:prstGeom>
          <a:ln w="6350">
            <a:solidFill>
              <a:srgbClr val="E2DFD8"/>
            </a:solidFill>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6016752" y="3963924"/>
            <a:ext cx="2743200" cy="1412742"/>
          </a:xfrm>
          <a:prstGeom prst="roundRect">
            <a:avLst/>
          </a:prstGeom>
          <a:solidFill>
            <a:srgbClr val="FBFBF9"/>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108192" y="4005072"/>
            <a:ext cx="2560320" cy="190821"/>
          </a:xfrm>
          <a:prstGeom prst="rect">
            <a:avLst/>
          </a:prstGeom>
          <a:noFill/>
        </p:spPr>
        <p:txBody>
          <a:bodyPr wrap="square" lIns="27432" tIns="18288" rIns="27432" bIns="18288">
            <a:spAutoFit/>
          </a:bodyPr>
          <a:lstStyle/>
          <a:p>
            <a:pPr>
              <a:defRPr sz="720" b="1">
                <a:solidFill>
                  <a:srgbClr val="403E80"/>
                </a:solidFill>
                <a:latin typeface="Aptos"/>
              </a:defRPr>
            </a:pPr>
            <a:r>
              <a:rPr sz="1000" dirty="0"/>
              <a:t>Desired Outcome</a:t>
            </a:r>
          </a:p>
        </p:txBody>
      </p:sp>
      <p:sp>
        <p:nvSpPr>
          <p:cNvPr id="104" name="TextBox 103"/>
          <p:cNvSpPr txBox="1"/>
          <p:nvPr/>
        </p:nvSpPr>
        <p:spPr>
          <a:xfrm>
            <a:off x="6108192" y="4197096"/>
            <a:ext cx="2560320" cy="344710"/>
          </a:xfrm>
          <a:prstGeom prst="rect">
            <a:avLst/>
          </a:prstGeom>
          <a:noFill/>
        </p:spPr>
        <p:txBody>
          <a:bodyPr wrap="square" lIns="27432" tIns="18288" rIns="27432" bIns="18288">
            <a:spAutoFit/>
          </a:bodyPr>
          <a:lstStyle/>
          <a:p>
            <a:pPr>
              <a:defRPr sz="660" b="0">
                <a:solidFill>
                  <a:srgbClr val="1C1D1B"/>
                </a:solidFill>
                <a:latin typeface="Aptos"/>
              </a:defRPr>
            </a:pPr>
            <a:r>
              <a:rPr sz="1000" dirty="0"/>
              <a:t>What decision, action, or outcome should this influence?</a:t>
            </a:r>
          </a:p>
        </p:txBody>
      </p:sp>
      <p:sp>
        <p:nvSpPr>
          <p:cNvPr id="105" name="TextBox 104"/>
          <p:cNvSpPr txBox="1"/>
          <p:nvPr/>
        </p:nvSpPr>
        <p:spPr>
          <a:xfrm>
            <a:off x="6108192" y="4498848"/>
            <a:ext cx="2651760" cy="175433"/>
          </a:xfrm>
          <a:prstGeom prst="rect">
            <a:avLst/>
          </a:prstGeom>
          <a:noFill/>
        </p:spPr>
        <p:txBody>
          <a:bodyPr wrap="square" lIns="27432" tIns="18288" rIns="27432" bIns="18288">
            <a:spAutoFit/>
          </a:bodyPr>
          <a:lstStyle/>
          <a:p>
            <a:pPr>
              <a:defRPr sz="580" b="0">
                <a:solidFill>
                  <a:srgbClr val="5C5952"/>
                </a:solidFill>
                <a:latin typeface="Aptos"/>
              </a:defRPr>
            </a:pPr>
            <a:r>
              <a:rPr sz="900" dirty="0"/>
              <a:t>Example: Approve a recommendation or take action.</a:t>
            </a:r>
          </a:p>
        </p:txBody>
      </p:sp>
      <p:sp>
        <p:nvSpPr>
          <p:cNvPr id="107" name="Rounded Rectangle 106"/>
          <p:cNvSpPr/>
          <p:nvPr/>
        </p:nvSpPr>
        <p:spPr>
          <a:xfrm>
            <a:off x="8869680" y="3963924"/>
            <a:ext cx="2743200" cy="1412742"/>
          </a:xfrm>
          <a:prstGeom prst="roundRect">
            <a:avLst/>
          </a:prstGeom>
          <a:solidFill>
            <a:srgbClr val="FBFBF9"/>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961119" y="3997452"/>
            <a:ext cx="2560320" cy="190821"/>
          </a:xfrm>
          <a:prstGeom prst="rect">
            <a:avLst/>
          </a:prstGeom>
          <a:noFill/>
        </p:spPr>
        <p:txBody>
          <a:bodyPr wrap="square" lIns="27432" tIns="18288" rIns="27432" bIns="18288">
            <a:spAutoFit/>
          </a:bodyPr>
          <a:lstStyle/>
          <a:p>
            <a:pPr>
              <a:defRPr sz="720" b="1">
                <a:solidFill>
                  <a:srgbClr val="403E80"/>
                </a:solidFill>
                <a:latin typeface="Aptos"/>
              </a:defRPr>
            </a:pPr>
            <a:r>
              <a:rPr sz="1000" dirty="0"/>
              <a:t>Strengths</a:t>
            </a:r>
          </a:p>
        </p:txBody>
      </p:sp>
      <p:sp>
        <p:nvSpPr>
          <p:cNvPr id="109" name="TextBox 108"/>
          <p:cNvSpPr txBox="1"/>
          <p:nvPr/>
        </p:nvSpPr>
        <p:spPr>
          <a:xfrm>
            <a:off x="8961119" y="4189476"/>
            <a:ext cx="2560320" cy="190821"/>
          </a:xfrm>
          <a:prstGeom prst="rect">
            <a:avLst/>
          </a:prstGeom>
          <a:noFill/>
        </p:spPr>
        <p:txBody>
          <a:bodyPr wrap="square" lIns="27432" tIns="18288" rIns="27432" bIns="18288">
            <a:spAutoFit/>
          </a:bodyPr>
          <a:lstStyle/>
          <a:p>
            <a:pPr>
              <a:defRPr sz="660" b="0">
                <a:solidFill>
                  <a:srgbClr val="1C1D1B"/>
                </a:solidFill>
                <a:latin typeface="Aptos"/>
              </a:defRPr>
            </a:pPr>
            <a:r>
              <a:rPr sz="1000"/>
              <a:t>What already works well?</a:t>
            </a:r>
          </a:p>
        </p:txBody>
      </p:sp>
      <p:sp>
        <p:nvSpPr>
          <p:cNvPr id="110" name="TextBox 109"/>
          <p:cNvSpPr txBox="1"/>
          <p:nvPr/>
        </p:nvSpPr>
        <p:spPr>
          <a:xfrm>
            <a:off x="8961119" y="4361688"/>
            <a:ext cx="2560320" cy="175433"/>
          </a:xfrm>
          <a:prstGeom prst="rect">
            <a:avLst/>
          </a:prstGeom>
          <a:noFill/>
        </p:spPr>
        <p:txBody>
          <a:bodyPr wrap="square" lIns="27432" tIns="18288" rIns="27432" bIns="18288">
            <a:spAutoFit/>
          </a:bodyPr>
          <a:lstStyle/>
          <a:p>
            <a:pPr>
              <a:defRPr sz="580" b="0">
                <a:solidFill>
                  <a:srgbClr val="5C5952"/>
                </a:solidFill>
                <a:latin typeface="Aptos"/>
              </a:defRPr>
            </a:pPr>
            <a:r>
              <a:rPr sz="900" dirty="0"/>
              <a:t>Example: Clear message, strong data, logical flow.</a:t>
            </a:r>
          </a:p>
        </p:txBody>
      </p:sp>
      <p:grpSp>
        <p:nvGrpSpPr>
          <p:cNvPr id="121" name="Group 120">
            <a:extLst>
              <a:ext uri="{FF2B5EF4-FFF2-40B4-BE49-F238E27FC236}">
                <a16:creationId xmlns:a16="http://schemas.microsoft.com/office/drawing/2014/main" id="{6BCCF1CC-F64B-9141-0D2D-071A8896C496}"/>
              </a:ext>
            </a:extLst>
          </p:cNvPr>
          <p:cNvGrpSpPr/>
          <p:nvPr/>
        </p:nvGrpSpPr>
        <p:grpSpPr>
          <a:xfrm>
            <a:off x="6016752" y="5425440"/>
            <a:ext cx="5623560" cy="402336"/>
            <a:chOff x="6016752" y="5074920"/>
            <a:chExt cx="5623560" cy="402336"/>
          </a:xfrm>
        </p:grpSpPr>
        <p:sp>
          <p:nvSpPr>
            <p:cNvPr id="112" name="Rounded Rectangle 111"/>
            <p:cNvSpPr/>
            <p:nvPr/>
          </p:nvSpPr>
          <p:spPr>
            <a:xfrm>
              <a:off x="6016752" y="5074920"/>
              <a:ext cx="5623560" cy="402336"/>
            </a:xfrm>
            <a:prstGeom prst="roundRect">
              <a:avLst/>
            </a:prstGeom>
            <a:solidFill>
              <a:srgbClr val="F0F6F6"/>
            </a:solidFill>
            <a:ln w="8890">
              <a:solidFill>
                <a:srgbClr val="7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6089904" y="5099303"/>
              <a:ext cx="5477256" cy="190821"/>
            </a:xfrm>
            <a:prstGeom prst="rect">
              <a:avLst/>
            </a:prstGeom>
            <a:noFill/>
          </p:spPr>
          <p:txBody>
            <a:bodyPr wrap="square" lIns="27432" tIns="18288" rIns="27432" bIns="18288">
              <a:spAutoFit/>
            </a:bodyPr>
            <a:lstStyle/>
            <a:p>
              <a:pPr>
                <a:defRPr sz="530" b="1">
                  <a:solidFill>
                    <a:srgbClr val="403E80"/>
                  </a:solidFill>
                  <a:latin typeface="Aptos"/>
                </a:defRPr>
              </a:pPr>
              <a:r>
                <a:rPr sz="1000" dirty="0"/>
                <a:t>COACHING PROMPT</a:t>
              </a:r>
            </a:p>
          </p:txBody>
        </p:sp>
        <p:sp>
          <p:nvSpPr>
            <p:cNvPr id="114" name="TextBox 113"/>
            <p:cNvSpPr txBox="1"/>
            <p:nvPr/>
          </p:nvSpPr>
          <p:spPr>
            <a:xfrm>
              <a:off x="6089904" y="5263896"/>
              <a:ext cx="5477256" cy="190821"/>
            </a:xfrm>
            <a:prstGeom prst="rect">
              <a:avLst/>
            </a:prstGeom>
            <a:noFill/>
          </p:spPr>
          <p:txBody>
            <a:bodyPr wrap="square" lIns="27432" tIns="18288" rIns="27432" bIns="18288">
              <a:spAutoFit/>
            </a:bodyPr>
            <a:lstStyle/>
            <a:p>
              <a:pPr>
                <a:defRPr sz="700" b="0">
                  <a:solidFill>
                    <a:srgbClr val="1C1D1B"/>
                  </a:solidFill>
                  <a:latin typeface="Aptos"/>
                </a:defRPr>
              </a:pPr>
              <a:r>
                <a:rPr sz="1000" dirty="0"/>
                <a:t>Imagine this work exceeded expectations. What would people say about it?</a:t>
              </a:r>
            </a:p>
          </p:txBody>
        </p:sp>
      </p:grpSp>
      <p:grpSp>
        <p:nvGrpSpPr>
          <p:cNvPr id="122" name="Group 121">
            <a:extLst>
              <a:ext uri="{FF2B5EF4-FFF2-40B4-BE49-F238E27FC236}">
                <a16:creationId xmlns:a16="http://schemas.microsoft.com/office/drawing/2014/main" id="{D29114E5-5DC7-C5B9-E8C5-15255636DB16}"/>
              </a:ext>
            </a:extLst>
          </p:cNvPr>
          <p:cNvGrpSpPr/>
          <p:nvPr/>
        </p:nvGrpSpPr>
        <p:grpSpPr>
          <a:xfrm>
            <a:off x="6016752" y="5908548"/>
            <a:ext cx="5623560" cy="365760"/>
            <a:chOff x="6016752" y="5870448"/>
            <a:chExt cx="5623560" cy="365760"/>
          </a:xfrm>
        </p:grpSpPr>
        <p:sp>
          <p:nvSpPr>
            <p:cNvPr id="115" name="Rounded Rectangle 114"/>
            <p:cNvSpPr/>
            <p:nvPr/>
          </p:nvSpPr>
          <p:spPr>
            <a:xfrm>
              <a:off x="6016752" y="5870448"/>
              <a:ext cx="5623560" cy="365760"/>
            </a:xfrm>
            <a:prstGeom prst="roundRect">
              <a:avLst/>
            </a:prstGeom>
            <a:solidFill>
              <a:srgbClr val="FFFAE7"/>
            </a:solidFill>
            <a:ln w="8890">
              <a:solidFill>
                <a:srgbClr val="E1C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6089904" y="5934456"/>
              <a:ext cx="320040" cy="190821"/>
            </a:xfrm>
            <a:prstGeom prst="rect">
              <a:avLst/>
            </a:prstGeom>
            <a:noFill/>
          </p:spPr>
          <p:txBody>
            <a:bodyPr wrap="square" lIns="27432" tIns="18288" rIns="27432" bIns="18288">
              <a:spAutoFit/>
            </a:bodyPr>
            <a:lstStyle/>
            <a:p>
              <a:pPr>
                <a:defRPr sz="550" b="1">
                  <a:solidFill>
                    <a:srgbClr val="403E80"/>
                  </a:solidFill>
                  <a:latin typeface="Aptos"/>
                </a:defRPr>
              </a:pPr>
              <a:r>
                <a:rPr sz="1000" dirty="0"/>
                <a:t>TIP</a:t>
              </a:r>
            </a:p>
          </p:txBody>
        </p:sp>
        <p:sp>
          <p:nvSpPr>
            <p:cNvPr id="117" name="TextBox 116"/>
            <p:cNvSpPr txBox="1"/>
            <p:nvPr/>
          </p:nvSpPr>
          <p:spPr>
            <a:xfrm>
              <a:off x="6428232" y="5934456"/>
              <a:ext cx="5148072" cy="190821"/>
            </a:xfrm>
            <a:prstGeom prst="rect">
              <a:avLst/>
            </a:prstGeom>
            <a:noFill/>
          </p:spPr>
          <p:txBody>
            <a:bodyPr wrap="square" lIns="27432" tIns="18288" rIns="27432" bIns="18288">
              <a:spAutoFit/>
            </a:bodyPr>
            <a:lstStyle/>
            <a:p>
              <a:pPr>
                <a:defRPr sz="680" b="0">
                  <a:solidFill>
                    <a:srgbClr val="1C1D1B"/>
                  </a:solidFill>
                  <a:latin typeface="Aptos"/>
                </a:defRPr>
              </a:pPr>
              <a:r>
                <a:rPr sz="1000"/>
                <a:t>Start by recognizing strengths. You are building on what is already working.</a:t>
              </a:r>
            </a:p>
          </p:txBody>
        </p:sp>
      </p:grpSp>
      <p:sp>
        <p:nvSpPr>
          <p:cNvPr id="120" name="TextBox 119">
            <a:extLst>
              <a:ext uri="{FF2B5EF4-FFF2-40B4-BE49-F238E27FC236}">
                <a16:creationId xmlns:a16="http://schemas.microsoft.com/office/drawing/2014/main" id="{BADE4569-B9D2-A465-DF1E-250620928C6B}"/>
              </a:ext>
            </a:extLst>
          </p:cNvPr>
          <p:cNvSpPr txBox="1"/>
          <p:nvPr/>
        </p:nvSpPr>
        <p:spPr>
          <a:xfrm>
            <a:off x="630936" y="4409253"/>
            <a:ext cx="4764024" cy="861774"/>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a:p>
            <a:endParaRPr lang="en-US" sz="1000" dirty="0"/>
          </a:p>
        </p:txBody>
      </p:sp>
      <p:sp>
        <p:nvSpPr>
          <p:cNvPr id="123" name="TextBox 122">
            <a:extLst>
              <a:ext uri="{FF2B5EF4-FFF2-40B4-BE49-F238E27FC236}">
                <a16:creationId xmlns:a16="http://schemas.microsoft.com/office/drawing/2014/main" id="{834E0C28-F884-5A5A-9D7D-61FC7535A6F3}"/>
              </a:ext>
            </a:extLst>
          </p:cNvPr>
          <p:cNvSpPr txBox="1"/>
          <p:nvPr/>
        </p:nvSpPr>
        <p:spPr>
          <a:xfrm>
            <a:off x="6025896" y="3143298"/>
            <a:ext cx="2734056" cy="707886"/>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p:txBody>
      </p:sp>
      <p:sp>
        <p:nvSpPr>
          <p:cNvPr id="124" name="TextBox 123">
            <a:extLst>
              <a:ext uri="{FF2B5EF4-FFF2-40B4-BE49-F238E27FC236}">
                <a16:creationId xmlns:a16="http://schemas.microsoft.com/office/drawing/2014/main" id="{7508AC01-1EEB-9E2B-C721-F774B35BFDBA}"/>
              </a:ext>
            </a:extLst>
          </p:cNvPr>
          <p:cNvSpPr txBox="1"/>
          <p:nvPr/>
        </p:nvSpPr>
        <p:spPr>
          <a:xfrm>
            <a:off x="8891016" y="3150918"/>
            <a:ext cx="2734056" cy="707886"/>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p:txBody>
      </p:sp>
      <p:sp>
        <p:nvSpPr>
          <p:cNvPr id="125" name="TextBox 124">
            <a:extLst>
              <a:ext uri="{FF2B5EF4-FFF2-40B4-BE49-F238E27FC236}">
                <a16:creationId xmlns:a16="http://schemas.microsoft.com/office/drawing/2014/main" id="{BF327842-6D0D-0E09-76E8-CB5E32E1C672}"/>
              </a:ext>
            </a:extLst>
          </p:cNvPr>
          <p:cNvSpPr txBox="1"/>
          <p:nvPr/>
        </p:nvSpPr>
        <p:spPr>
          <a:xfrm>
            <a:off x="6025896" y="4652058"/>
            <a:ext cx="2734056" cy="707886"/>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p:txBody>
      </p:sp>
      <p:sp>
        <p:nvSpPr>
          <p:cNvPr id="126" name="TextBox 125">
            <a:extLst>
              <a:ext uri="{FF2B5EF4-FFF2-40B4-BE49-F238E27FC236}">
                <a16:creationId xmlns:a16="http://schemas.microsoft.com/office/drawing/2014/main" id="{294D8FC5-F32C-227B-194E-A73421F828EE}"/>
              </a:ext>
            </a:extLst>
          </p:cNvPr>
          <p:cNvSpPr txBox="1"/>
          <p:nvPr/>
        </p:nvSpPr>
        <p:spPr>
          <a:xfrm>
            <a:off x="8891016" y="4659678"/>
            <a:ext cx="2734056" cy="707886"/>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42" name="Rectangle 141">
            <a:extLst>
              <a:ext uri="{FF2B5EF4-FFF2-40B4-BE49-F238E27FC236}">
                <a16:creationId xmlns:a16="http://schemas.microsoft.com/office/drawing/2014/main" id="{B10EE0E6-160B-B67C-241F-00C2DAA479C4}"/>
              </a:ext>
            </a:extLst>
          </p:cNvPr>
          <p:cNvSpPr/>
          <p:nvPr/>
        </p:nvSpPr>
        <p:spPr>
          <a:xfrm>
            <a:off x="6254636" y="1233747"/>
            <a:ext cx="5771110" cy="5293539"/>
          </a:xfrm>
          <a:prstGeom prst="rect">
            <a:avLst/>
          </a:prstGeom>
          <a:solidFill>
            <a:srgbClr val="FFFFFF"/>
          </a:solidFill>
          <a:ln w="11430">
            <a:solidFill>
              <a:srgbClr val="D1C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E3214DFD-8781-3399-5C58-8F1A49F9ED98}"/>
              </a:ext>
            </a:extLst>
          </p:cNvPr>
          <p:cNvSpPr/>
          <p:nvPr/>
        </p:nvSpPr>
        <p:spPr>
          <a:xfrm>
            <a:off x="166255" y="1226127"/>
            <a:ext cx="5929745" cy="5293539"/>
          </a:xfrm>
          <a:prstGeom prst="rect">
            <a:avLst/>
          </a:prstGeom>
          <a:solidFill>
            <a:srgbClr val="FFFFFF"/>
          </a:solidFill>
          <a:ln w="11430">
            <a:solidFill>
              <a:srgbClr val="D1C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Rounded Rectangle 1"/>
          <p:cNvSpPr/>
          <p:nvPr/>
        </p:nvSpPr>
        <p:spPr>
          <a:xfrm>
            <a:off x="320040" y="228600"/>
            <a:ext cx="1737360" cy="292608"/>
          </a:xfrm>
          <a:prstGeom prst="roundRect">
            <a:avLst/>
          </a:prstGeom>
          <a:solidFill>
            <a:srgbClr val="1C1D1B"/>
          </a:solidFill>
          <a:ln>
            <a:solidFill>
              <a:srgbClr val="1C1D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278892"/>
            <a:ext cx="1737360" cy="246888"/>
          </a:xfrm>
          <a:prstGeom prst="rect">
            <a:avLst/>
          </a:prstGeom>
          <a:noFill/>
        </p:spPr>
        <p:txBody>
          <a:bodyPr wrap="square" lIns="27432" tIns="18288" rIns="27432" bIns="18288">
            <a:spAutoFit/>
          </a:bodyPr>
          <a:lstStyle/>
          <a:p>
            <a:pPr algn="ctr">
              <a:defRPr sz="850" b="1">
                <a:solidFill>
                  <a:srgbClr val="FFFFFF"/>
                </a:solidFill>
                <a:latin typeface="Aptos"/>
              </a:defRPr>
            </a:pPr>
            <a:r>
              <a:t>CAPABILITY ENHANCEMENT</a:t>
            </a:r>
          </a:p>
        </p:txBody>
      </p:sp>
      <p:sp>
        <p:nvSpPr>
          <p:cNvPr id="4" name="TextBox 3"/>
          <p:cNvSpPr txBox="1"/>
          <p:nvPr/>
        </p:nvSpPr>
        <p:spPr>
          <a:xfrm>
            <a:off x="320040" y="658368"/>
            <a:ext cx="5303520" cy="292608"/>
          </a:xfrm>
          <a:prstGeom prst="rect">
            <a:avLst/>
          </a:prstGeom>
          <a:noFill/>
        </p:spPr>
        <p:txBody>
          <a:bodyPr wrap="square" lIns="27432" tIns="18288" rIns="27432" bIns="18288">
            <a:spAutoFit/>
          </a:bodyPr>
          <a:lstStyle/>
          <a:p>
            <a:pPr>
              <a:defRPr sz="2100" b="1">
                <a:solidFill>
                  <a:srgbClr val="1C1D1B"/>
                </a:solidFill>
                <a:latin typeface="Aptos"/>
              </a:defRPr>
            </a:pPr>
            <a:r>
              <a:t>Capability Enhancement Canvas</a:t>
            </a:r>
          </a:p>
        </p:txBody>
      </p:sp>
      <p:sp>
        <p:nvSpPr>
          <p:cNvPr id="5" name="TextBox 4"/>
          <p:cNvSpPr txBox="1"/>
          <p:nvPr/>
        </p:nvSpPr>
        <p:spPr>
          <a:xfrm>
            <a:off x="320040" y="960120"/>
            <a:ext cx="7772400" cy="210312"/>
          </a:xfrm>
          <a:prstGeom prst="rect">
            <a:avLst/>
          </a:prstGeom>
          <a:noFill/>
        </p:spPr>
        <p:txBody>
          <a:bodyPr wrap="square" lIns="27432" tIns="18288" rIns="27432" bIns="18288">
            <a:spAutoFit/>
          </a:bodyPr>
          <a:lstStyle/>
          <a:p>
            <a:pPr>
              <a:defRPr sz="950" b="0">
                <a:solidFill>
                  <a:srgbClr val="5C5952"/>
                </a:solidFill>
                <a:latin typeface="Aptos"/>
              </a:defRPr>
            </a:pPr>
            <a:r>
              <a:t>Find the biggest enhancement opportunity, then choose how AI should help strengthen the work.</a:t>
            </a:r>
          </a:p>
        </p:txBody>
      </p:sp>
      <p:sp>
        <p:nvSpPr>
          <p:cNvPr id="6" name="Rounded Rectangle 5"/>
          <p:cNvSpPr/>
          <p:nvPr/>
        </p:nvSpPr>
        <p:spPr>
          <a:xfrm>
            <a:off x="9646920" y="310896"/>
            <a:ext cx="2194560" cy="256032"/>
          </a:xfrm>
          <a:prstGeom prst="roundRect">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361188"/>
            <a:ext cx="2194560" cy="210312"/>
          </a:xfrm>
          <a:prstGeom prst="rect">
            <a:avLst/>
          </a:prstGeom>
          <a:noFill/>
        </p:spPr>
        <p:txBody>
          <a:bodyPr wrap="square" lIns="27432" tIns="18288" rIns="27432" bIns="18288">
            <a:spAutoFit/>
          </a:bodyPr>
          <a:lstStyle/>
          <a:p>
            <a:pPr algn="ctr">
              <a:defRPr sz="750" b="1">
                <a:solidFill>
                  <a:srgbClr val="FFFFFF"/>
                </a:solidFill>
                <a:latin typeface="Aptos"/>
              </a:defRPr>
            </a:pPr>
            <a:r>
              <a:t>PAGE 2 OF 3  |  DISCOVER &amp; DESIGN</a:t>
            </a:r>
          </a:p>
        </p:txBody>
      </p:sp>
      <p:sp>
        <p:nvSpPr>
          <p:cNvPr id="8" name="Oval 7"/>
          <p:cNvSpPr/>
          <p:nvPr/>
        </p:nvSpPr>
        <p:spPr>
          <a:xfrm>
            <a:off x="5394960"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5550408" y="786384"/>
            <a:ext cx="448056"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48656"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Choose</a:t>
            </a:r>
          </a:p>
        </p:txBody>
      </p:sp>
      <p:sp>
        <p:nvSpPr>
          <p:cNvPr id="11" name="Oval 10"/>
          <p:cNvSpPr/>
          <p:nvPr/>
        </p:nvSpPr>
        <p:spPr>
          <a:xfrm>
            <a:off x="6025896"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181344" y="786384"/>
            <a:ext cx="448055"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79592"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rPr dirty="0"/>
              <a:t>Examine</a:t>
            </a:r>
          </a:p>
        </p:txBody>
      </p:sp>
      <p:sp>
        <p:nvSpPr>
          <p:cNvPr id="14" name="Oval 13"/>
          <p:cNvSpPr/>
          <p:nvPr/>
        </p:nvSpPr>
        <p:spPr>
          <a:xfrm>
            <a:off x="6656832" y="713232"/>
            <a:ext cx="146304" cy="146304"/>
          </a:xfrm>
          <a:prstGeom prst="ellipse">
            <a:avLst/>
          </a:prstGeom>
          <a:solidFill>
            <a:srgbClr val="5858A5"/>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6812280" y="786384"/>
            <a:ext cx="448056" cy="0"/>
          </a:xfrm>
          <a:prstGeom prst="line">
            <a:avLst/>
          </a:prstGeom>
          <a:ln w="10160">
            <a:solidFill>
              <a:srgbClr val="5858A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10528" y="896112"/>
            <a:ext cx="457200" cy="109728"/>
          </a:xfrm>
          <a:prstGeom prst="rect">
            <a:avLst/>
          </a:prstGeom>
          <a:noFill/>
        </p:spPr>
        <p:txBody>
          <a:bodyPr wrap="square" lIns="27432" tIns="18288" rIns="27432" bIns="18288">
            <a:spAutoFit/>
          </a:bodyPr>
          <a:lstStyle/>
          <a:p>
            <a:pPr algn="ctr">
              <a:defRPr sz="580" b="1">
                <a:solidFill>
                  <a:srgbClr val="403E80"/>
                </a:solidFill>
                <a:latin typeface="Aptos"/>
              </a:defRPr>
            </a:pPr>
            <a:r>
              <a:t>Find</a:t>
            </a:r>
          </a:p>
        </p:txBody>
      </p:sp>
      <p:sp>
        <p:nvSpPr>
          <p:cNvPr id="17" name="Oval 16"/>
          <p:cNvSpPr/>
          <p:nvPr/>
        </p:nvSpPr>
        <p:spPr>
          <a:xfrm>
            <a:off x="7287768" y="713232"/>
            <a:ext cx="146304" cy="146304"/>
          </a:xfrm>
          <a:prstGeom prst="ellipse">
            <a:avLst/>
          </a:prstGeom>
          <a:solidFill>
            <a:srgbClr val="5858A5"/>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7443216" y="786384"/>
            <a:ext cx="448056" cy="0"/>
          </a:xfrm>
          <a:prstGeom prst="line">
            <a:avLst/>
          </a:prstGeom>
          <a:ln w="10160">
            <a:solidFill>
              <a:srgbClr val="5858A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141464" y="896112"/>
            <a:ext cx="457200" cy="109728"/>
          </a:xfrm>
          <a:prstGeom prst="rect">
            <a:avLst/>
          </a:prstGeom>
          <a:noFill/>
        </p:spPr>
        <p:txBody>
          <a:bodyPr wrap="square" lIns="27432" tIns="18288" rIns="27432" bIns="18288">
            <a:spAutoFit/>
          </a:bodyPr>
          <a:lstStyle/>
          <a:p>
            <a:pPr algn="ctr">
              <a:defRPr sz="580" b="1">
                <a:solidFill>
                  <a:srgbClr val="403E80"/>
                </a:solidFill>
                <a:latin typeface="Aptos"/>
              </a:defRPr>
            </a:pPr>
            <a:r>
              <a:t>Choose</a:t>
            </a:r>
          </a:p>
        </p:txBody>
      </p:sp>
      <p:sp>
        <p:nvSpPr>
          <p:cNvPr id="20" name="Oval 19"/>
          <p:cNvSpPr/>
          <p:nvPr/>
        </p:nvSpPr>
        <p:spPr>
          <a:xfrm>
            <a:off x="7918704"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8074152" y="786384"/>
            <a:ext cx="448056"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0"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Build</a:t>
            </a:r>
          </a:p>
        </p:txBody>
      </p:sp>
      <p:sp>
        <p:nvSpPr>
          <p:cNvPr id="23" name="Oval 22"/>
          <p:cNvSpPr/>
          <p:nvPr/>
        </p:nvSpPr>
        <p:spPr>
          <a:xfrm>
            <a:off x="8549640"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03336"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Practice</a:t>
            </a:r>
          </a:p>
        </p:txBody>
      </p:sp>
      <p:cxnSp>
        <p:nvCxnSpPr>
          <p:cNvPr id="25" name="Connector 24"/>
          <p:cNvCxnSpPr/>
          <p:nvPr/>
        </p:nvCxnSpPr>
        <p:spPr>
          <a:xfrm>
            <a:off x="320040" y="6565392"/>
            <a:ext cx="11548872" cy="0"/>
          </a:xfrm>
          <a:prstGeom prst="line">
            <a:avLst/>
          </a:prstGeom>
          <a:ln w="7620">
            <a:solidFill>
              <a:srgbClr val="D3CF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1480" y="6629400"/>
            <a:ext cx="2194560" cy="137160"/>
          </a:xfrm>
          <a:prstGeom prst="rect">
            <a:avLst/>
          </a:prstGeom>
          <a:noFill/>
        </p:spPr>
        <p:txBody>
          <a:bodyPr wrap="square" lIns="27432" tIns="18288" rIns="27432" bIns="18288">
            <a:spAutoFit/>
          </a:bodyPr>
          <a:lstStyle/>
          <a:p>
            <a:pPr>
              <a:defRPr sz="550" b="0">
                <a:solidFill>
                  <a:srgbClr val="5C5952"/>
                </a:solidFill>
                <a:latin typeface="Aptos"/>
              </a:defRPr>
            </a:pPr>
            <a:r>
              <a:t>Manager Activation</a:t>
            </a:r>
          </a:p>
        </p:txBody>
      </p:sp>
      <p:sp>
        <p:nvSpPr>
          <p:cNvPr id="27" name="TextBox 26"/>
          <p:cNvSpPr txBox="1"/>
          <p:nvPr/>
        </p:nvSpPr>
        <p:spPr>
          <a:xfrm>
            <a:off x="9875520" y="6629400"/>
            <a:ext cx="1097280" cy="137160"/>
          </a:xfrm>
          <a:prstGeom prst="rect">
            <a:avLst/>
          </a:prstGeom>
          <a:noFill/>
        </p:spPr>
        <p:txBody>
          <a:bodyPr wrap="square" lIns="27432" tIns="18288" rIns="27432" bIns="18288">
            <a:spAutoFit/>
          </a:bodyPr>
          <a:lstStyle/>
          <a:p>
            <a:pPr algn="r">
              <a:defRPr sz="550" b="0">
                <a:solidFill>
                  <a:srgbClr val="5C5952"/>
                </a:solidFill>
                <a:latin typeface="Aptos"/>
              </a:defRPr>
            </a:pPr>
            <a:r>
              <a:t>CONFIDENTIAL</a:t>
            </a:r>
          </a:p>
        </p:txBody>
      </p:sp>
      <p:sp>
        <p:nvSpPr>
          <p:cNvPr id="28" name="TextBox 27"/>
          <p:cNvSpPr txBox="1"/>
          <p:nvPr/>
        </p:nvSpPr>
        <p:spPr>
          <a:xfrm>
            <a:off x="11384280" y="6629400"/>
            <a:ext cx="274320" cy="137160"/>
          </a:xfrm>
          <a:prstGeom prst="rect">
            <a:avLst/>
          </a:prstGeom>
          <a:noFill/>
        </p:spPr>
        <p:txBody>
          <a:bodyPr wrap="square" lIns="27432" tIns="18288" rIns="27432" bIns="18288">
            <a:spAutoFit/>
          </a:bodyPr>
          <a:lstStyle/>
          <a:p>
            <a:pPr algn="r">
              <a:defRPr sz="550" b="0">
                <a:solidFill>
                  <a:srgbClr val="5C5952"/>
                </a:solidFill>
                <a:latin typeface="Aptos"/>
              </a:defRPr>
            </a:pPr>
            <a:r>
              <a:t>2</a:t>
            </a:r>
          </a:p>
        </p:txBody>
      </p:sp>
      <p:sp>
        <p:nvSpPr>
          <p:cNvPr id="30" name="Oval 29"/>
          <p:cNvSpPr/>
          <p:nvPr/>
        </p:nvSpPr>
        <p:spPr>
          <a:xfrm>
            <a:off x="502920" y="1444752"/>
            <a:ext cx="274320" cy="274320"/>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1485900"/>
            <a:ext cx="274320" cy="201168"/>
          </a:xfrm>
          <a:prstGeom prst="rect">
            <a:avLst/>
          </a:prstGeom>
          <a:noFill/>
        </p:spPr>
        <p:txBody>
          <a:bodyPr wrap="square" lIns="27432" tIns="18288" rIns="27432" bIns="18288">
            <a:spAutoFit/>
          </a:bodyPr>
          <a:lstStyle/>
          <a:p>
            <a:pPr algn="ctr">
              <a:defRPr sz="850" b="1">
                <a:solidFill>
                  <a:srgbClr val="FFFFFF"/>
                </a:solidFill>
                <a:latin typeface="Aptos"/>
              </a:defRPr>
            </a:pPr>
            <a:r>
              <a:t>3</a:t>
            </a:r>
          </a:p>
        </p:txBody>
      </p:sp>
      <p:sp>
        <p:nvSpPr>
          <p:cNvPr id="32" name="TextBox 31"/>
          <p:cNvSpPr txBox="1"/>
          <p:nvPr/>
        </p:nvSpPr>
        <p:spPr>
          <a:xfrm>
            <a:off x="850392" y="1476756"/>
            <a:ext cx="5047488" cy="252377"/>
          </a:xfrm>
          <a:prstGeom prst="rect">
            <a:avLst/>
          </a:prstGeom>
          <a:noFill/>
        </p:spPr>
        <p:txBody>
          <a:bodyPr wrap="square" lIns="27432" tIns="18288" rIns="27432" bIns="18288">
            <a:spAutoFit/>
          </a:bodyPr>
          <a:lstStyle/>
          <a:p>
            <a:pPr>
              <a:defRPr sz="1150" b="1">
                <a:solidFill>
                  <a:srgbClr val="1C1D1B"/>
                </a:solidFill>
                <a:latin typeface="Aptos"/>
              </a:defRPr>
            </a:pPr>
            <a:r>
              <a:rPr sz="1400" dirty="0"/>
              <a:t>FIND THE ENHANCEMENT OPPORTUNITY</a:t>
            </a:r>
          </a:p>
        </p:txBody>
      </p:sp>
      <p:sp>
        <p:nvSpPr>
          <p:cNvPr id="33" name="TextBox 32"/>
          <p:cNvSpPr txBox="1"/>
          <p:nvPr/>
        </p:nvSpPr>
        <p:spPr>
          <a:xfrm>
            <a:off x="502920" y="1783080"/>
            <a:ext cx="256032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Why it matters</a:t>
            </a:r>
          </a:p>
        </p:txBody>
      </p:sp>
      <p:sp>
        <p:nvSpPr>
          <p:cNvPr id="34" name="TextBox 33"/>
          <p:cNvSpPr txBox="1"/>
          <p:nvPr/>
        </p:nvSpPr>
        <p:spPr>
          <a:xfrm>
            <a:off x="502920" y="1929384"/>
            <a:ext cx="2560320" cy="347472"/>
          </a:xfrm>
          <a:prstGeom prst="rect">
            <a:avLst/>
          </a:prstGeom>
          <a:noFill/>
        </p:spPr>
        <p:txBody>
          <a:bodyPr wrap="square" lIns="27432" tIns="18288" rIns="27432" bIns="18288">
            <a:spAutoFit/>
          </a:bodyPr>
          <a:lstStyle/>
          <a:p>
            <a:pPr>
              <a:defRPr sz="710" b="0">
                <a:solidFill>
                  <a:srgbClr val="5C5952"/>
                </a:solidFill>
                <a:latin typeface="Aptos"/>
              </a:defRPr>
            </a:pPr>
            <a:r>
              <a:rPr sz="1000" dirty="0"/>
              <a:t>Trying to improve everything usually improves nothing.</a:t>
            </a:r>
          </a:p>
        </p:txBody>
      </p:sp>
      <p:sp>
        <p:nvSpPr>
          <p:cNvPr id="35" name="TextBox 34"/>
          <p:cNvSpPr txBox="1"/>
          <p:nvPr/>
        </p:nvSpPr>
        <p:spPr>
          <a:xfrm>
            <a:off x="502920" y="2313432"/>
            <a:ext cx="256032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What to do</a:t>
            </a:r>
          </a:p>
        </p:txBody>
      </p:sp>
      <p:sp>
        <p:nvSpPr>
          <p:cNvPr id="36" name="TextBox 35"/>
          <p:cNvSpPr txBox="1"/>
          <p:nvPr/>
        </p:nvSpPr>
        <p:spPr>
          <a:xfrm>
            <a:off x="502920" y="2459736"/>
            <a:ext cx="2560320" cy="347472"/>
          </a:xfrm>
          <a:prstGeom prst="rect">
            <a:avLst/>
          </a:prstGeom>
          <a:noFill/>
        </p:spPr>
        <p:txBody>
          <a:bodyPr wrap="square" lIns="27432" tIns="18288" rIns="27432" bIns="18288">
            <a:spAutoFit/>
          </a:bodyPr>
          <a:lstStyle/>
          <a:p>
            <a:pPr>
              <a:defRPr sz="710" b="0">
                <a:solidFill>
                  <a:srgbClr val="5C5952"/>
                </a:solidFill>
                <a:latin typeface="Aptos"/>
              </a:defRPr>
            </a:pPr>
            <a:r>
              <a:rPr sz="1000"/>
              <a:t>Focus on the one improvement that would create the biggest increase in value.</a:t>
            </a:r>
          </a:p>
        </p:txBody>
      </p:sp>
      <p:sp>
        <p:nvSpPr>
          <p:cNvPr id="37" name="Rounded Rectangle 36"/>
          <p:cNvSpPr/>
          <p:nvPr/>
        </p:nvSpPr>
        <p:spPr>
          <a:xfrm>
            <a:off x="3246120" y="1783080"/>
            <a:ext cx="2606040" cy="621792"/>
          </a:xfrm>
          <a:prstGeom prst="roundRect">
            <a:avLst/>
          </a:prstGeom>
          <a:solidFill>
            <a:srgbClr val="F0F6F6"/>
          </a:solidFill>
          <a:ln w="8890">
            <a:solidFill>
              <a:srgbClr val="7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319272" y="1837943"/>
            <a:ext cx="2459736" cy="190821"/>
          </a:xfrm>
          <a:prstGeom prst="rect">
            <a:avLst/>
          </a:prstGeom>
          <a:noFill/>
        </p:spPr>
        <p:txBody>
          <a:bodyPr wrap="square" lIns="27432" tIns="18288" rIns="27432" bIns="18288">
            <a:spAutoFit/>
          </a:bodyPr>
          <a:lstStyle/>
          <a:p>
            <a:pPr>
              <a:defRPr sz="530" b="1">
                <a:solidFill>
                  <a:srgbClr val="403E80"/>
                </a:solidFill>
                <a:latin typeface="Aptos"/>
              </a:defRPr>
            </a:pPr>
            <a:r>
              <a:rPr sz="1000" dirty="0"/>
              <a:t>COACHING PROMPT</a:t>
            </a:r>
          </a:p>
        </p:txBody>
      </p:sp>
      <p:sp>
        <p:nvSpPr>
          <p:cNvPr id="39" name="TextBox 38"/>
          <p:cNvSpPr txBox="1"/>
          <p:nvPr/>
        </p:nvSpPr>
        <p:spPr>
          <a:xfrm>
            <a:off x="3319272" y="2010156"/>
            <a:ext cx="2459736" cy="344710"/>
          </a:xfrm>
          <a:prstGeom prst="rect">
            <a:avLst/>
          </a:prstGeom>
          <a:noFill/>
        </p:spPr>
        <p:txBody>
          <a:bodyPr wrap="square" lIns="27432" tIns="18288" rIns="27432" bIns="18288">
            <a:spAutoFit/>
          </a:bodyPr>
          <a:lstStyle/>
          <a:p>
            <a:pPr>
              <a:defRPr sz="700" b="0">
                <a:solidFill>
                  <a:srgbClr val="1C1D1B"/>
                </a:solidFill>
                <a:latin typeface="Aptos"/>
              </a:defRPr>
            </a:pPr>
            <a:r>
              <a:rPr sz="1000" dirty="0"/>
              <a:t>If I could improve one thing about this work, what would create the biggest difference?</a:t>
            </a:r>
          </a:p>
        </p:txBody>
      </p:sp>
      <p:sp>
        <p:nvSpPr>
          <p:cNvPr id="40" name="TextBox 39"/>
          <p:cNvSpPr txBox="1"/>
          <p:nvPr/>
        </p:nvSpPr>
        <p:spPr>
          <a:xfrm>
            <a:off x="502920" y="2880360"/>
            <a:ext cx="2194560" cy="190821"/>
          </a:xfrm>
          <a:prstGeom prst="rect">
            <a:avLst/>
          </a:prstGeom>
          <a:noFill/>
        </p:spPr>
        <p:txBody>
          <a:bodyPr wrap="square" lIns="27432" tIns="18288" rIns="27432" bIns="18288">
            <a:spAutoFit/>
          </a:bodyPr>
          <a:lstStyle/>
          <a:p>
            <a:pPr>
              <a:defRPr sz="700" b="1">
                <a:solidFill>
                  <a:srgbClr val="403E80"/>
                </a:solidFill>
                <a:latin typeface="Aptos"/>
              </a:defRPr>
            </a:pPr>
            <a:r>
              <a:rPr sz="1000"/>
              <a:t>Enhancement lenses</a:t>
            </a:r>
          </a:p>
        </p:txBody>
      </p:sp>
      <p:grpSp>
        <p:nvGrpSpPr>
          <p:cNvPr id="146" name="Group 145">
            <a:extLst>
              <a:ext uri="{FF2B5EF4-FFF2-40B4-BE49-F238E27FC236}">
                <a16:creationId xmlns:a16="http://schemas.microsoft.com/office/drawing/2014/main" id="{839DAD2D-43EE-3364-092A-261DEA8DBE28}"/>
              </a:ext>
            </a:extLst>
          </p:cNvPr>
          <p:cNvGrpSpPr/>
          <p:nvPr/>
        </p:nvGrpSpPr>
        <p:grpSpPr>
          <a:xfrm>
            <a:off x="502920" y="3150108"/>
            <a:ext cx="2697480" cy="2487168"/>
            <a:chOff x="502920" y="2898648"/>
            <a:chExt cx="2697480" cy="2487168"/>
          </a:xfrm>
        </p:grpSpPr>
        <p:cxnSp>
          <p:nvCxnSpPr>
            <p:cNvPr id="43" name="Connector 42"/>
            <p:cNvCxnSpPr/>
            <p:nvPr/>
          </p:nvCxnSpPr>
          <p:spPr>
            <a:xfrm>
              <a:off x="502920" y="3313175"/>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02920" y="3520440"/>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02920" y="3727703"/>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02920" y="3934967"/>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02920" y="4142232"/>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02920" y="4349496"/>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02920" y="4556760"/>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02920" y="4764024"/>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02920" y="4971288"/>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02920" y="5178552"/>
              <a:ext cx="269748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797710" y="2898648"/>
              <a:ext cx="0" cy="2487168"/>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502920" y="2898648"/>
              <a:ext cx="2697480" cy="207264"/>
            </a:xfrm>
            <a:prstGeom prst="rect">
              <a:avLst/>
            </a:prstGeom>
            <a:solidFill>
              <a:srgbClr val="EDEDF9"/>
            </a:solidFill>
            <a:ln>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6" name="Connector 55"/>
            <p:cNvCxnSpPr/>
            <p:nvPr/>
          </p:nvCxnSpPr>
          <p:spPr>
            <a:xfrm>
              <a:off x="1797710" y="2898648"/>
              <a:ext cx="0" cy="207264"/>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grpSp>
      <p:grpSp>
        <p:nvGrpSpPr>
          <p:cNvPr id="145" name="Group 144">
            <a:extLst>
              <a:ext uri="{FF2B5EF4-FFF2-40B4-BE49-F238E27FC236}">
                <a16:creationId xmlns:a16="http://schemas.microsoft.com/office/drawing/2014/main" id="{FF852FC3-9565-17CB-83D1-D997FFBC4FAE}"/>
              </a:ext>
            </a:extLst>
          </p:cNvPr>
          <p:cNvGrpSpPr/>
          <p:nvPr/>
        </p:nvGrpSpPr>
        <p:grpSpPr>
          <a:xfrm>
            <a:off x="566928" y="3179064"/>
            <a:ext cx="2743199" cy="2455337"/>
            <a:chOff x="566928" y="2935224"/>
            <a:chExt cx="2743199" cy="2455337"/>
          </a:xfrm>
        </p:grpSpPr>
        <p:grpSp>
          <p:nvGrpSpPr>
            <p:cNvPr id="144" name="Group 143">
              <a:extLst>
                <a:ext uri="{FF2B5EF4-FFF2-40B4-BE49-F238E27FC236}">
                  <a16:creationId xmlns:a16="http://schemas.microsoft.com/office/drawing/2014/main" id="{EE13DCFA-C0C7-5747-F493-A91E43436DD2}"/>
                </a:ext>
              </a:extLst>
            </p:cNvPr>
            <p:cNvGrpSpPr/>
            <p:nvPr/>
          </p:nvGrpSpPr>
          <p:grpSpPr>
            <a:xfrm>
              <a:off x="566928" y="2935224"/>
              <a:ext cx="2587751" cy="175433"/>
              <a:chOff x="566928" y="2935224"/>
              <a:chExt cx="2587751" cy="175433"/>
            </a:xfrm>
          </p:grpSpPr>
          <p:sp>
            <p:nvSpPr>
              <p:cNvPr id="57" name="TextBox 56"/>
              <p:cNvSpPr txBox="1"/>
              <p:nvPr/>
            </p:nvSpPr>
            <p:spPr>
              <a:xfrm>
                <a:off x="566928" y="2935224"/>
                <a:ext cx="1203350" cy="175433"/>
              </a:xfrm>
              <a:prstGeom prst="rect">
                <a:avLst/>
              </a:prstGeom>
              <a:noFill/>
            </p:spPr>
            <p:txBody>
              <a:bodyPr wrap="square" lIns="27432" tIns="18288" rIns="27432" bIns="18288">
                <a:spAutoFit/>
              </a:bodyPr>
              <a:lstStyle/>
              <a:p>
                <a:pPr>
                  <a:defRPr sz="545" b="1">
                    <a:solidFill>
                      <a:srgbClr val="403E80"/>
                    </a:solidFill>
                    <a:latin typeface="Aptos"/>
                  </a:defRPr>
                </a:pPr>
                <a:r>
                  <a:rPr sz="900" dirty="0"/>
                  <a:t>Lens</a:t>
                </a:r>
              </a:p>
            </p:txBody>
          </p:sp>
          <p:sp>
            <p:nvSpPr>
              <p:cNvPr id="58" name="TextBox 57"/>
              <p:cNvSpPr txBox="1"/>
              <p:nvPr/>
            </p:nvSpPr>
            <p:spPr>
              <a:xfrm>
                <a:off x="1861718" y="2935224"/>
                <a:ext cx="1292961" cy="175433"/>
              </a:xfrm>
              <a:prstGeom prst="rect">
                <a:avLst/>
              </a:prstGeom>
              <a:noFill/>
            </p:spPr>
            <p:txBody>
              <a:bodyPr wrap="square" lIns="27432" tIns="18288" rIns="27432" bIns="18288">
                <a:spAutoFit/>
              </a:bodyPr>
              <a:lstStyle/>
              <a:p>
                <a:pPr>
                  <a:defRPr sz="545" b="1">
                    <a:solidFill>
                      <a:srgbClr val="403E80"/>
                    </a:solidFill>
                    <a:latin typeface="Aptos"/>
                  </a:defRPr>
                </a:pPr>
                <a:r>
                  <a:rPr sz="900" dirty="0"/>
                  <a:t>Example</a:t>
                </a:r>
              </a:p>
            </p:txBody>
          </p:sp>
        </p:grpSp>
        <p:sp>
          <p:nvSpPr>
            <p:cNvPr id="59" name="TextBox 58"/>
            <p:cNvSpPr txBox="1"/>
            <p:nvPr/>
          </p:nvSpPr>
          <p:spPr>
            <a:xfrm>
              <a:off x="566928" y="3142488"/>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dirty="0"/>
                <a:t>Clarity</a:t>
              </a:r>
            </a:p>
          </p:txBody>
        </p:sp>
        <p:sp>
          <p:nvSpPr>
            <p:cNvPr id="60" name="TextBox 59"/>
            <p:cNvSpPr txBox="1"/>
            <p:nvPr/>
          </p:nvSpPr>
          <p:spPr>
            <a:xfrm>
              <a:off x="1861718" y="3142488"/>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Easier to understand</a:t>
              </a:r>
            </a:p>
          </p:txBody>
        </p:sp>
        <p:sp>
          <p:nvSpPr>
            <p:cNvPr id="61" name="TextBox 60"/>
            <p:cNvSpPr txBox="1"/>
            <p:nvPr/>
          </p:nvSpPr>
          <p:spPr>
            <a:xfrm>
              <a:off x="566928" y="3349752"/>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dirty="0"/>
                <a:t>Insight</a:t>
              </a:r>
            </a:p>
          </p:txBody>
        </p:sp>
        <p:sp>
          <p:nvSpPr>
            <p:cNvPr id="62" name="TextBox 61"/>
            <p:cNvSpPr txBox="1"/>
            <p:nvPr/>
          </p:nvSpPr>
          <p:spPr>
            <a:xfrm>
              <a:off x="1861718" y="3349752"/>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Stronger analysis</a:t>
              </a:r>
            </a:p>
          </p:txBody>
        </p:sp>
        <p:sp>
          <p:nvSpPr>
            <p:cNvPr id="63" name="TextBox 62"/>
            <p:cNvSpPr txBox="1"/>
            <p:nvPr/>
          </p:nvSpPr>
          <p:spPr>
            <a:xfrm>
              <a:off x="566928" y="3557016"/>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a:t>Strategy</a:t>
              </a:r>
            </a:p>
          </p:txBody>
        </p:sp>
        <p:sp>
          <p:nvSpPr>
            <p:cNvPr id="64" name="TextBox 63"/>
            <p:cNvSpPr txBox="1"/>
            <p:nvPr/>
          </p:nvSpPr>
          <p:spPr>
            <a:xfrm>
              <a:off x="1861718" y="3557016"/>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More forward-looking</a:t>
              </a:r>
            </a:p>
          </p:txBody>
        </p:sp>
        <p:sp>
          <p:nvSpPr>
            <p:cNvPr id="65" name="TextBox 64"/>
            <p:cNvSpPr txBox="1"/>
            <p:nvPr/>
          </p:nvSpPr>
          <p:spPr>
            <a:xfrm>
              <a:off x="566928" y="3764279"/>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a:t>Decision Quality</a:t>
              </a:r>
            </a:p>
          </p:txBody>
        </p:sp>
        <p:sp>
          <p:nvSpPr>
            <p:cNvPr id="66" name="TextBox 65"/>
            <p:cNvSpPr txBox="1"/>
            <p:nvPr/>
          </p:nvSpPr>
          <p:spPr>
            <a:xfrm>
              <a:off x="1861718" y="3764279"/>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Better recommendations</a:t>
              </a:r>
            </a:p>
          </p:txBody>
        </p:sp>
        <p:sp>
          <p:nvSpPr>
            <p:cNvPr id="67" name="TextBox 66"/>
            <p:cNvSpPr txBox="1"/>
            <p:nvPr/>
          </p:nvSpPr>
          <p:spPr>
            <a:xfrm>
              <a:off x="566928" y="3971543"/>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dirty="0"/>
                <a:t>Creativity</a:t>
              </a:r>
            </a:p>
          </p:txBody>
        </p:sp>
        <p:sp>
          <p:nvSpPr>
            <p:cNvPr id="68" name="TextBox 67"/>
            <p:cNvSpPr txBox="1"/>
            <p:nvPr/>
          </p:nvSpPr>
          <p:spPr>
            <a:xfrm>
              <a:off x="1861718" y="3971543"/>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More original ideas</a:t>
              </a:r>
            </a:p>
          </p:txBody>
        </p:sp>
        <p:sp>
          <p:nvSpPr>
            <p:cNvPr id="69" name="TextBox 68"/>
            <p:cNvSpPr txBox="1"/>
            <p:nvPr/>
          </p:nvSpPr>
          <p:spPr>
            <a:xfrm>
              <a:off x="566928" y="4178808"/>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a:t>Persuasiveness</a:t>
              </a:r>
            </a:p>
          </p:txBody>
        </p:sp>
        <p:sp>
          <p:nvSpPr>
            <p:cNvPr id="70" name="TextBox 69"/>
            <p:cNvSpPr txBox="1"/>
            <p:nvPr/>
          </p:nvSpPr>
          <p:spPr>
            <a:xfrm>
              <a:off x="1861718" y="4178808"/>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Greater influence</a:t>
              </a:r>
            </a:p>
          </p:txBody>
        </p:sp>
        <p:sp>
          <p:nvSpPr>
            <p:cNvPr id="71" name="TextBox 70"/>
            <p:cNvSpPr txBox="1"/>
            <p:nvPr/>
          </p:nvSpPr>
          <p:spPr>
            <a:xfrm>
              <a:off x="566928" y="4386072"/>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a:t>Customer Focus</a:t>
              </a:r>
            </a:p>
          </p:txBody>
        </p:sp>
        <p:sp>
          <p:nvSpPr>
            <p:cNvPr id="72" name="TextBox 71"/>
            <p:cNvSpPr txBox="1"/>
            <p:nvPr/>
          </p:nvSpPr>
          <p:spPr>
            <a:xfrm>
              <a:off x="1861718" y="4386072"/>
              <a:ext cx="1448409" cy="175433"/>
            </a:xfrm>
            <a:prstGeom prst="rect">
              <a:avLst/>
            </a:prstGeom>
            <a:noFill/>
          </p:spPr>
          <p:txBody>
            <a:bodyPr wrap="square" lIns="27432" tIns="18288" rIns="27432" bIns="18288">
              <a:spAutoFit/>
            </a:bodyPr>
            <a:lstStyle/>
            <a:p>
              <a:pPr>
                <a:defRPr sz="545" b="0">
                  <a:solidFill>
                    <a:srgbClr val="1C1D1B"/>
                  </a:solidFill>
                  <a:latin typeface="Aptos"/>
                </a:defRPr>
              </a:pPr>
              <a:r>
                <a:rPr sz="900" dirty="0"/>
                <a:t>Better customer outcomes</a:t>
              </a:r>
            </a:p>
          </p:txBody>
        </p:sp>
        <p:sp>
          <p:nvSpPr>
            <p:cNvPr id="73" name="TextBox 72"/>
            <p:cNvSpPr txBox="1"/>
            <p:nvPr/>
          </p:nvSpPr>
          <p:spPr>
            <a:xfrm>
              <a:off x="566928" y="4593336"/>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a:t>Actionability</a:t>
              </a:r>
            </a:p>
          </p:txBody>
        </p:sp>
        <p:sp>
          <p:nvSpPr>
            <p:cNvPr id="74" name="TextBox 73"/>
            <p:cNvSpPr txBox="1"/>
            <p:nvPr/>
          </p:nvSpPr>
          <p:spPr>
            <a:xfrm>
              <a:off x="1861718" y="4593336"/>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Clearer next steps</a:t>
              </a:r>
            </a:p>
          </p:txBody>
        </p:sp>
        <p:sp>
          <p:nvSpPr>
            <p:cNvPr id="75" name="TextBox 74"/>
            <p:cNvSpPr txBox="1"/>
            <p:nvPr/>
          </p:nvSpPr>
          <p:spPr>
            <a:xfrm>
              <a:off x="566928" y="4800600"/>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a:t>Organization</a:t>
              </a:r>
            </a:p>
          </p:txBody>
        </p:sp>
        <p:sp>
          <p:nvSpPr>
            <p:cNvPr id="76" name="TextBox 75"/>
            <p:cNvSpPr txBox="1"/>
            <p:nvPr/>
          </p:nvSpPr>
          <p:spPr>
            <a:xfrm>
              <a:off x="1861718" y="4800600"/>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Better structure</a:t>
              </a:r>
            </a:p>
          </p:txBody>
        </p:sp>
        <p:sp>
          <p:nvSpPr>
            <p:cNvPr id="77" name="TextBox 76"/>
            <p:cNvSpPr txBox="1"/>
            <p:nvPr/>
          </p:nvSpPr>
          <p:spPr>
            <a:xfrm>
              <a:off x="566928" y="5007864"/>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a:t>Storytelling</a:t>
              </a:r>
            </a:p>
          </p:txBody>
        </p:sp>
        <p:sp>
          <p:nvSpPr>
            <p:cNvPr id="78" name="TextBox 77"/>
            <p:cNvSpPr txBox="1"/>
            <p:nvPr/>
          </p:nvSpPr>
          <p:spPr>
            <a:xfrm>
              <a:off x="1861718" y="5007864"/>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More engaging narrative</a:t>
              </a:r>
            </a:p>
          </p:txBody>
        </p:sp>
        <p:sp>
          <p:nvSpPr>
            <p:cNvPr id="79" name="TextBox 78"/>
            <p:cNvSpPr txBox="1"/>
            <p:nvPr/>
          </p:nvSpPr>
          <p:spPr>
            <a:xfrm>
              <a:off x="566928" y="5215128"/>
              <a:ext cx="1203350" cy="175433"/>
            </a:xfrm>
            <a:prstGeom prst="rect">
              <a:avLst/>
            </a:prstGeom>
            <a:noFill/>
          </p:spPr>
          <p:txBody>
            <a:bodyPr wrap="square" lIns="27432" tIns="18288" rIns="27432" bIns="18288">
              <a:spAutoFit/>
            </a:bodyPr>
            <a:lstStyle/>
            <a:p>
              <a:pPr>
                <a:defRPr sz="545" b="0">
                  <a:solidFill>
                    <a:srgbClr val="1C1D1B"/>
                  </a:solidFill>
                  <a:latin typeface="Aptos"/>
                </a:defRPr>
              </a:pPr>
              <a:r>
                <a:rPr sz="900"/>
                <a:t>Evidence</a:t>
              </a:r>
            </a:p>
          </p:txBody>
        </p:sp>
        <p:sp>
          <p:nvSpPr>
            <p:cNvPr id="80" name="TextBox 79"/>
            <p:cNvSpPr txBox="1"/>
            <p:nvPr/>
          </p:nvSpPr>
          <p:spPr>
            <a:xfrm>
              <a:off x="1861718" y="5215128"/>
              <a:ext cx="1292961" cy="175433"/>
            </a:xfrm>
            <a:prstGeom prst="rect">
              <a:avLst/>
            </a:prstGeom>
            <a:noFill/>
          </p:spPr>
          <p:txBody>
            <a:bodyPr wrap="square" lIns="27432" tIns="18288" rIns="27432" bIns="18288">
              <a:spAutoFit/>
            </a:bodyPr>
            <a:lstStyle/>
            <a:p>
              <a:pPr>
                <a:defRPr sz="545" b="0">
                  <a:solidFill>
                    <a:srgbClr val="1C1D1B"/>
                  </a:solidFill>
                  <a:latin typeface="Aptos"/>
                </a:defRPr>
              </a:pPr>
              <a:r>
                <a:rPr sz="900"/>
                <a:t>Stronger support</a:t>
              </a:r>
            </a:p>
          </p:txBody>
        </p:sp>
      </p:grpSp>
      <p:sp>
        <p:nvSpPr>
          <p:cNvPr id="81" name="Rounded Rectangle 80"/>
          <p:cNvSpPr/>
          <p:nvPr/>
        </p:nvSpPr>
        <p:spPr>
          <a:xfrm>
            <a:off x="3429000" y="2527079"/>
            <a:ext cx="2476778" cy="1514569"/>
          </a:xfrm>
          <a:prstGeom prst="roundRect">
            <a:avLst/>
          </a:prstGeom>
          <a:solidFill>
            <a:srgbClr val="EDEDF9"/>
          </a:solidFill>
          <a:ln w="1143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502152" y="2590800"/>
            <a:ext cx="2276856" cy="190821"/>
          </a:xfrm>
          <a:prstGeom prst="rect">
            <a:avLst/>
          </a:prstGeom>
          <a:noFill/>
        </p:spPr>
        <p:txBody>
          <a:bodyPr wrap="square" lIns="27432" tIns="18288" rIns="27432" bIns="18288">
            <a:spAutoFit/>
          </a:bodyPr>
          <a:lstStyle/>
          <a:p>
            <a:pPr>
              <a:defRPr sz="760" b="1">
                <a:solidFill>
                  <a:srgbClr val="403E80"/>
                </a:solidFill>
                <a:latin typeface="Aptos"/>
              </a:defRPr>
            </a:pPr>
            <a:r>
              <a:rPr sz="1000" dirty="0"/>
              <a:t>Biggest Enhancement Opportunity</a:t>
            </a:r>
          </a:p>
        </p:txBody>
      </p:sp>
      <p:sp>
        <p:nvSpPr>
          <p:cNvPr id="86" name="Rounded Rectangle 85"/>
          <p:cNvSpPr/>
          <p:nvPr/>
        </p:nvSpPr>
        <p:spPr>
          <a:xfrm>
            <a:off x="3429000" y="4187952"/>
            <a:ext cx="2423160" cy="1610868"/>
          </a:xfrm>
          <a:prstGeom prst="roundRect">
            <a:avLst/>
          </a:prstGeom>
          <a:solidFill>
            <a:srgbClr val="FBFBF9"/>
          </a:solidFill>
          <a:ln w="1143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3502152" y="4261104"/>
            <a:ext cx="2276856" cy="190821"/>
          </a:xfrm>
          <a:prstGeom prst="rect">
            <a:avLst/>
          </a:prstGeom>
          <a:noFill/>
        </p:spPr>
        <p:txBody>
          <a:bodyPr wrap="square" lIns="27432" tIns="18288" rIns="27432" bIns="18288">
            <a:spAutoFit/>
          </a:bodyPr>
          <a:lstStyle/>
          <a:p>
            <a:pPr>
              <a:defRPr sz="760" b="1">
                <a:solidFill>
                  <a:srgbClr val="403E80"/>
                </a:solidFill>
                <a:latin typeface="Aptos"/>
              </a:defRPr>
            </a:pPr>
            <a:r>
              <a:rPr sz="1000" dirty="0"/>
              <a:t>Success would look like...</a:t>
            </a:r>
          </a:p>
        </p:txBody>
      </p:sp>
      <p:grpSp>
        <p:nvGrpSpPr>
          <p:cNvPr id="143" name="Group 142">
            <a:extLst>
              <a:ext uri="{FF2B5EF4-FFF2-40B4-BE49-F238E27FC236}">
                <a16:creationId xmlns:a16="http://schemas.microsoft.com/office/drawing/2014/main" id="{BA86588C-1B56-5B58-4665-3AF1E887F381}"/>
              </a:ext>
            </a:extLst>
          </p:cNvPr>
          <p:cNvGrpSpPr/>
          <p:nvPr/>
        </p:nvGrpSpPr>
        <p:grpSpPr>
          <a:xfrm>
            <a:off x="502920" y="5871972"/>
            <a:ext cx="5349240" cy="438912"/>
            <a:chOff x="502920" y="5650992"/>
            <a:chExt cx="5349240" cy="438912"/>
          </a:xfrm>
        </p:grpSpPr>
        <p:sp>
          <p:nvSpPr>
            <p:cNvPr id="90" name="Rounded Rectangle 89"/>
            <p:cNvSpPr/>
            <p:nvPr/>
          </p:nvSpPr>
          <p:spPr>
            <a:xfrm>
              <a:off x="502920" y="5650992"/>
              <a:ext cx="5349240" cy="438912"/>
            </a:xfrm>
            <a:prstGeom prst="roundRect">
              <a:avLst/>
            </a:prstGeom>
            <a:solidFill>
              <a:srgbClr val="FFFAE7"/>
            </a:solidFill>
            <a:ln w="8890">
              <a:solidFill>
                <a:srgbClr val="E1C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76072" y="5715000"/>
              <a:ext cx="320040" cy="190821"/>
            </a:xfrm>
            <a:prstGeom prst="rect">
              <a:avLst/>
            </a:prstGeom>
            <a:noFill/>
          </p:spPr>
          <p:txBody>
            <a:bodyPr wrap="square" lIns="27432" tIns="18288" rIns="27432" bIns="18288">
              <a:spAutoFit/>
            </a:bodyPr>
            <a:lstStyle/>
            <a:p>
              <a:pPr>
                <a:defRPr sz="550" b="1">
                  <a:solidFill>
                    <a:srgbClr val="403E80"/>
                  </a:solidFill>
                  <a:latin typeface="Aptos"/>
                </a:defRPr>
              </a:pPr>
              <a:r>
                <a:rPr sz="1000" dirty="0"/>
                <a:t>TIP</a:t>
              </a:r>
            </a:p>
          </p:txBody>
        </p:sp>
        <p:sp>
          <p:nvSpPr>
            <p:cNvPr id="92" name="TextBox 91"/>
            <p:cNvSpPr txBox="1"/>
            <p:nvPr/>
          </p:nvSpPr>
          <p:spPr>
            <a:xfrm>
              <a:off x="914400" y="5715000"/>
              <a:ext cx="4873752" cy="344710"/>
            </a:xfrm>
            <a:prstGeom prst="rect">
              <a:avLst/>
            </a:prstGeom>
            <a:noFill/>
          </p:spPr>
          <p:txBody>
            <a:bodyPr wrap="square" lIns="27432" tIns="18288" rIns="27432" bIns="18288">
              <a:spAutoFit/>
            </a:bodyPr>
            <a:lstStyle/>
            <a:p>
              <a:pPr>
                <a:defRPr sz="680" b="0">
                  <a:solidFill>
                    <a:srgbClr val="1C1D1B"/>
                  </a:solidFill>
                  <a:latin typeface="Aptos"/>
                </a:defRPr>
              </a:pPr>
              <a:r>
                <a:rPr sz="1000"/>
                <a:t>Do not ask, "How can I improve everything?" Ask, "What one improvement would make the biggest difference?"</a:t>
              </a:r>
            </a:p>
          </p:txBody>
        </p:sp>
      </p:grpSp>
      <p:sp>
        <p:nvSpPr>
          <p:cNvPr id="94" name="Oval 93"/>
          <p:cNvSpPr/>
          <p:nvPr/>
        </p:nvSpPr>
        <p:spPr>
          <a:xfrm>
            <a:off x="6510528" y="1444752"/>
            <a:ext cx="274320" cy="274320"/>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510528" y="1485900"/>
            <a:ext cx="274320" cy="201168"/>
          </a:xfrm>
          <a:prstGeom prst="rect">
            <a:avLst/>
          </a:prstGeom>
          <a:noFill/>
        </p:spPr>
        <p:txBody>
          <a:bodyPr wrap="square" lIns="27432" tIns="18288" rIns="27432" bIns="18288">
            <a:spAutoFit/>
          </a:bodyPr>
          <a:lstStyle/>
          <a:p>
            <a:pPr algn="ctr">
              <a:defRPr sz="850" b="1">
                <a:solidFill>
                  <a:srgbClr val="FFFFFF"/>
                </a:solidFill>
                <a:latin typeface="Aptos"/>
              </a:defRPr>
            </a:pPr>
            <a:r>
              <a:t>4</a:t>
            </a:r>
          </a:p>
        </p:txBody>
      </p:sp>
      <p:sp>
        <p:nvSpPr>
          <p:cNvPr id="96" name="TextBox 95"/>
          <p:cNvSpPr txBox="1"/>
          <p:nvPr/>
        </p:nvSpPr>
        <p:spPr>
          <a:xfrm>
            <a:off x="6858000" y="1476756"/>
            <a:ext cx="4773168" cy="252377"/>
          </a:xfrm>
          <a:prstGeom prst="rect">
            <a:avLst/>
          </a:prstGeom>
          <a:noFill/>
        </p:spPr>
        <p:txBody>
          <a:bodyPr wrap="square" lIns="27432" tIns="18288" rIns="27432" bIns="18288">
            <a:spAutoFit/>
          </a:bodyPr>
          <a:lstStyle/>
          <a:p>
            <a:pPr>
              <a:defRPr sz="1150" b="1">
                <a:solidFill>
                  <a:srgbClr val="1C1D1B"/>
                </a:solidFill>
                <a:latin typeface="Aptos"/>
              </a:defRPr>
            </a:pPr>
            <a:r>
              <a:rPr sz="1400"/>
              <a:t>CHOOSE THE ENHANCEMENT</a:t>
            </a:r>
          </a:p>
        </p:txBody>
      </p:sp>
      <p:sp>
        <p:nvSpPr>
          <p:cNvPr id="97" name="TextBox 96"/>
          <p:cNvSpPr txBox="1"/>
          <p:nvPr/>
        </p:nvSpPr>
        <p:spPr>
          <a:xfrm>
            <a:off x="6510528" y="1783080"/>
            <a:ext cx="246888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Why it matters</a:t>
            </a:r>
          </a:p>
        </p:txBody>
      </p:sp>
      <p:sp>
        <p:nvSpPr>
          <p:cNvPr id="98" name="TextBox 97"/>
          <p:cNvSpPr txBox="1"/>
          <p:nvPr/>
        </p:nvSpPr>
        <p:spPr>
          <a:xfrm>
            <a:off x="6510528" y="1929384"/>
            <a:ext cx="4134612" cy="190821"/>
          </a:xfrm>
          <a:prstGeom prst="rect">
            <a:avLst/>
          </a:prstGeom>
          <a:noFill/>
        </p:spPr>
        <p:txBody>
          <a:bodyPr wrap="square" lIns="27432" tIns="18288" rIns="27432" bIns="18288">
            <a:spAutoFit/>
          </a:bodyPr>
          <a:lstStyle/>
          <a:p>
            <a:pPr>
              <a:defRPr sz="710" b="0">
                <a:solidFill>
                  <a:srgbClr val="5C5952"/>
                </a:solidFill>
                <a:latin typeface="Aptos"/>
              </a:defRPr>
            </a:pPr>
            <a:r>
              <a:rPr sz="1000" dirty="0"/>
              <a:t>Once you know what to improve, decide how AI can strengthen the work.</a:t>
            </a:r>
          </a:p>
        </p:txBody>
      </p:sp>
      <p:sp>
        <p:nvSpPr>
          <p:cNvPr id="99" name="TextBox 98"/>
          <p:cNvSpPr txBox="1"/>
          <p:nvPr/>
        </p:nvSpPr>
        <p:spPr>
          <a:xfrm>
            <a:off x="6510528" y="2191512"/>
            <a:ext cx="246888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What to do</a:t>
            </a:r>
          </a:p>
        </p:txBody>
      </p:sp>
      <p:sp>
        <p:nvSpPr>
          <p:cNvPr id="100" name="TextBox 99"/>
          <p:cNvSpPr txBox="1"/>
          <p:nvPr/>
        </p:nvSpPr>
        <p:spPr>
          <a:xfrm>
            <a:off x="6510528" y="2337816"/>
            <a:ext cx="4134612" cy="190821"/>
          </a:xfrm>
          <a:prstGeom prst="rect">
            <a:avLst/>
          </a:prstGeom>
          <a:noFill/>
        </p:spPr>
        <p:txBody>
          <a:bodyPr wrap="square" lIns="27432" tIns="18288" rIns="27432" bIns="18288">
            <a:spAutoFit/>
          </a:bodyPr>
          <a:lstStyle/>
          <a:p>
            <a:pPr>
              <a:defRPr sz="710" b="0">
                <a:solidFill>
                  <a:srgbClr val="5C5952"/>
                </a:solidFill>
                <a:latin typeface="Aptos"/>
              </a:defRPr>
            </a:pPr>
            <a:r>
              <a:rPr sz="1000" dirty="0"/>
              <a:t>Choose the type of thinking you want AI to support.</a:t>
            </a:r>
          </a:p>
        </p:txBody>
      </p:sp>
      <p:cxnSp>
        <p:nvCxnSpPr>
          <p:cNvPr id="102" name="Connector 101"/>
          <p:cNvCxnSpPr/>
          <p:nvPr/>
        </p:nvCxnSpPr>
        <p:spPr>
          <a:xfrm>
            <a:off x="6510528" y="2985516"/>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510528" y="2985516"/>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grpSp>
        <p:nvGrpSpPr>
          <p:cNvPr id="150" name="Group 149">
            <a:extLst>
              <a:ext uri="{FF2B5EF4-FFF2-40B4-BE49-F238E27FC236}">
                <a16:creationId xmlns:a16="http://schemas.microsoft.com/office/drawing/2014/main" id="{62B69F1C-B836-ED8F-9B07-3CB21E5FA02A}"/>
              </a:ext>
            </a:extLst>
          </p:cNvPr>
          <p:cNvGrpSpPr/>
          <p:nvPr/>
        </p:nvGrpSpPr>
        <p:grpSpPr>
          <a:xfrm>
            <a:off x="6510528" y="2598420"/>
            <a:ext cx="5166360" cy="2423160"/>
            <a:chOff x="6510528" y="2743200"/>
            <a:chExt cx="5166360" cy="2423160"/>
          </a:xfrm>
        </p:grpSpPr>
        <p:sp>
          <p:nvSpPr>
            <p:cNvPr id="101" name="Rectangle 100"/>
            <p:cNvSpPr/>
            <p:nvPr/>
          </p:nvSpPr>
          <p:spPr>
            <a:xfrm>
              <a:off x="6510528" y="2743200"/>
              <a:ext cx="5166360" cy="2423160"/>
            </a:xfrm>
            <a:prstGeom prst="rect">
              <a:avLst/>
            </a:prstGeom>
            <a:solidFill>
              <a:srgbClr val="FFFFFF"/>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3" name="Connector 102"/>
            <p:cNvCxnSpPr/>
            <p:nvPr/>
          </p:nvCxnSpPr>
          <p:spPr>
            <a:xfrm>
              <a:off x="6510528" y="3227832"/>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510528" y="3470148"/>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6510528" y="3712464"/>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6510528" y="3954780"/>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6510528" y="4197096"/>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6510528" y="4439412"/>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510528" y="4681728"/>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510528" y="4924044"/>
              <a:ext cx="5166360" cy="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8680399" y="2743200"/>
              <a:ext cx="0" cy="2423160"/>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6510528" y="2743200"/>
              <a:ext cx="5166360" cy="242316"/>
            </a:xfrm>
            <a:prstGeom prst="rect">
              <a:avLst/>
            </a:prstGeom>
            <a:solidFill>
              <a:srgbClr val="EDEDF9"/>
            </a:solidFill>
            <a:ln>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4" name="Connector 113"/>
            <p:cNvCxnSpPr/>
            <p:nvPr/>
          </p:nvCxnSpPr>
          <p:spPr>
            <a:xfrm>
              <a:off x="8680399" y="2743200"/>
              <a:ext cx="0" cy="242316"/>
            </a:xfrm>
            <a:prstGeom prst="line">
              <a:avLst/>
            </a:prstGeom>
            <a:ln w="6350">
              <a:solidFill>
                <a:srgbClr val="D3CFC6"/>
              </a:solidFill>
            </a:ln>
          </p:spPr>
          <p:style>
            <a:lnRef idx="2">
              <a:schemeClr val="accent1"/>
            </a:lnRef>
            <a:fillRef idx="0">
              <a:schemeClr val="accent1"/>
            </a:fillRef>
            <a:effectRef idx="1">
              <a:schemeClr val="accent1"/>
            </a:effectRef>
            <a:fontRef idx="minor">
              <a:schemeClr val="tx1"/>
            </a:fontRef>
          </p:style>
        </p:cxnSp>
      </p:grpSp>
      <p:grpSp>
        <p:nvGrpSpPr>
          <p:cNvPr id="149" name="Group 148">
            <a:extLst>
              <a:ext uri="{FF2B5EF4-FFF2-40B4-BE49-F238E27FC236}">
                <a16:creationId xmlns:a16="http://schemas.microsoft.com/office/drawing/2014/main" id="{8628CA4C-72EE-5F34-13FE-8FBEEE9BCEE5}"/>
              </a:ext>
            </a:extLst>
          </p:cNvPr>
          <p:cNvGrpSpPr/>
          <p:nvPr/>
        </p:nvGrpSpPr>
        <p:grpSpPr>
          <a:xfrm>
            <a:off x="6574536" y="2642616"/>
            <a:ext cx="5056631" cy="2371665"/>
            <a:chOff x="6574536" y="2779776"/>
            <a:chExt cx="5056631" cy="2371665"/>
          </a:xfrm>
        </p:grpSpPr>
        <p:sp>
          <p:nvSpPr>
            <p:cNvPr id="115" name="TextBox 114"/>
            <p:cNvSpPr txBox="1"/>
            <p:nvPr/>
          </p:nvSpPr>
          <p:spPr>
            <a:xfrm>
              <a:off x="6574536" y="2779776"/>
              <a:ext cx="2078431" cy="190821"/>
            </a:xfrm>
            <a:prstGeom prst="rect">
              <a:avLst/>
            </a:prstGeom>
            <a:noFill/>
          </p:spPr>
          <p:txBody>
            <a:bodyPr wrap="square" lIns="27432" tIns="18288" rIns="27432" bIns="18288">
              <a:spAutoFit/>
            </a:bodyPr>
            <a:lstStyle/>
            <a:p>
              <a:pPr>
                <a:defRPr sz="560" b="1">
                  <a:solidFill>
                    <a:srgbClr val="403E80"/>
                  </a:solidFill>
                  <a:latin typeface="Aptos"/>
                </a:defRPr>
              </a:pPr>
              <a:r>
                <a:rPr sz="1000" dirty="0"/>
                <a:t>I want AI to...</a:t>
              </a:r>
            </a:p>
          </p:txBody>
        </p:sp>
        <p:sp>
          <p:nvSpPr>
            <p:cNvPr id="116" name="TextBox 115"/>
            <p:cNvSpPr txBox="1"/>
            <p:nvPr/>
          </p:nvSpPr>
          <p:spPr>
            <a:xfrm>
              <a:off x="8744407" y="2779776"/>
              <a:ext cx="2886760" cy="190821"/>
            </a:xfrm>
            <a:prstGeom prst="rect">
              <a:avLst/>
            </a:prstGeom>
            <a:noFill/>
          </p:spPr>
          <p:txBody>
            <a:bodyPr wrap="square" lIns="27432" tIns="18288" rIns="27432" bIns="18288">
              <a:spAutoFit/>
            </a:bodyPr>
            <a:lstStyle/>
            <a:p>
              <a:pPr>
                <a:defRPr sz="560" b="1">
                  <a:solidFill>
                    <a:srgbClr val="403E80"/>
                  </a:solidFill>
                  <a:latin typeface="Aptos"/>
                </a:defRPr>
              </a:pPr>
              <a:r>
                <a:rPr sz="1000"/>
                <a:t>Example prompt</a:t>
              </a:r>
            </a:p>
          </p:txBody>
        </p:sp>
        <p:sp>
          <p:nvSpPr>
            <p:cNvPr id="117" name="TextBox 116"/>
            <p:cNvSpPr txBox="1"/>
            <p:nvPr/>
          </p:nvSpPr>
          <p:spPr>
            <a:xfrm>
              <a:off x="6574536" y="3022092"/>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a:t>Challenge assumptions</a:t>
              </a:r>
            </a:p>
          </p:txBody>
        </p:sp>
        <p:sp>
          <p:nvSpPr>
            <p:cNvPr id="118" name="TextBox 117"/>
            <p:cNvSpPr txBox="1"/>
            <p:nvPr/>
          </p:nvSpPr>
          <p:spPr>
            <a:xfrm>
              <a:off x="8744407" y="3022092"/>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What assumptions am I making?</a:t>
              </a:r>
            </a:p>
          </p:txBody>
        </p:sp>
        <p:sp>
          <p:nvSpPr>
            <p:cNvPr id="119" name="TextBox 118"/>
            <p:cNvSpPr txBox="1"/>
            <p:nvPr/>
          </p:nvSpPr>
          <p:spPr>
            <a:xfrm>
              <a:off x="6574536" y="3264408"/>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a:t>Generate alternatives</a:t>
              </a:r>
            </a:p>
          </p:txBody>
        </p:sp>
        <p:sp>
          <p:nvSpPr>
            <p:cNvPr id="120" name="TextBox 119"/>
            <p:cNvSpPr txBox="1"/>
            <p:nvPr/>
          </p:nvSpPr>
          <p:spPr>
            <a:xfrm>
              <a:off x="8744407" y="3264408"/>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What are three other approaches?</a:t>
              </a:r>
            </a:p>
          </p:txBody>
        </p:sp>
        <p:sp>
          <p:nvSpPr>
            <p:cNvPr id="121" name="TextBox 120"/>
            <p:cNvSpPr txBox="1"/>
            <p:nvPr/>
          </p:nvSpPr>
          <p:spPr>
            <a:xfrm>
              <a:off x="6574536" y="3506724"/>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a:t>Improve clarity</a:t>
              </a:r>
            </a:p>
          </p:txBody>
        </p:sp>
        <p:sp>
          <p:nvSpPr>
            <p:cNvPr id="122" name="TextBox 121"/>
            <p:cNvSpPr txBox="1"/>
            <p:nvPr/>
          </p:nvSpPr>
          <p:spPr>
            <a:xfrm>
              <a:off x="8744407" y="3506724"/>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What is confusing?</a:t>
              </a:r>
            </a:p>
          </p:txBody>
        </p:sp>
        <p:sp>
          <p:nvSpPr>
            <p:cNvPr id="123" name="TextBox 122"/>
            <p:cNvSpPr txBox="1"/>
            <p:nvPr/>
          </p:nvSpPr>
          <p:spPr>
            <a:xfrm>
              <a:off x="6574536" y="3749040"/>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dirty="0"/>
                <a:t>Strengthen recommendations</a:t>
              </a:r>
            </a:p>
          </p:txBody>
        </p:sp>
        <p:sp>
          <p:nvSpPr>
            <p:cNvPr id="124" name="TextBox 123"/>
            <p:cNvSpPr txBox="1"/>
            <p:nvPr/>
          </p:nvSpPr>
          <p:spPr>
            <a:xfrm>
              <a:off x="8744407" y="3749040"/>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How could this recommendation be stronger?</a:t>
              </a:r>
            </a:p>
          </p:txBody>
        </p:sp>
        <p:sp>
          <p:nvSpPr>
            <p:cNvPr id="125" name="TextBox 124"/>
            <p:cNvSpPr txBox="1"/>
            <p:nvPr/>
          </p:nvSpPr>
          <p:spPr>
            <a:xfrm>
              <a:off x="6574536" y="3991356"/>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a:t>Stress-test reasoning</a:t>
              </a:r>
            </a:p>
          </p:txBody>
        </p:sp>
        <p:sp>
          <p:nvSpPr>
            <p:cNvPr id="126" name="TextBox 125"/>
            <p:cNvSpPr txBox="1"/>
            <p:nvPr/>
          </p:nvSpPr>
          <p:spPr>
            <a:xfrm>
              <a:off x="8744407" y="3991356"/>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What are the weaknesses?</a:t>
              </a:r>
            </a:p>
          </p:txBody>
        </p:sp>
        <p:sp>
          <p:nvSpPr>
            <p:cNvPr id="127" name="TextBox 126"/>
            <p:cNvSpPr txBox="1"/>
            <p:nvPr/>
          </p:nvSpPr>
          <p:spPr>
            <a:xfrm>
              <a:off x="6574536" y="4233672"/>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a:t>Identify risks</a:t>
              </a:r>
            </a:p>
          </p:txBody>
        </p:sp>
        <p:sp>
          <p:nvSpPr>
            <p:cNvPr id="128" name="TextBox 127"/>
            <p:cNvSpPr txBox="1"/>
            <p:nvPr/>
          </p:nvSpPr>
          <p:spPr>
            <a:xfrm>
              <a:off x="8744407" y="4233672"/>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What could cause this to fail?</a:t>
              </a:r>
            </a:p>
          </p:txBody>
        </p:sp>
        <p:sp>
          <p:nvSpPr>
            <p:cNvPr id="129" name="TextBox 128"/>
            <p:cNvSpPr txBox="1"/>
            <p:nvPr/>
          </p:nvSpPr>
          <p:spPr>
            <a:xfrm>
              <a:off x="6574536" y="4475988"/>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a:t>Expand ideas</a:t>
              </a:r>
            </a:p>
          </p:txBody>
        </p:sp>
        <p:sp>
          <p:nvSpPr>
            <p:cNvPr id="130" name="TextBox 129"/>
            <p:cNvSpPr txBox="1"/>
            <p:nvPr/>
          </p:nvSpPr>
          <p:spPr>
            <a:xfrm>
              <a:off x="8744407" y="4475988"/>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What possibilities am I missing?</a:t>
              </a:r>
            </a:p>
          </p:txBody>
        </p:sp>
        <p:sp>
          <p:nvSpPr>
            <p:cNvPr id="131" name="TextBox 130"/>
            <p:cNvSpPr txBox="1"/>
            <p:nvPr/>
          </p:nvSpPr>
          <p:spPr>
            <a:xfrm>
              <a:off x="6574536" y="4718304"/>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a:t>Improve storytelling</a:t>
              </a:r>
            </a:p>
          </p:txBody>
        </p:sp>
        <p:sp>
          <p:nvSpPr>
            <p:cNvPr id="132" name="TextBox 131"/>
            <p:cNvSpPr txBox="1"/>
            <p:nvPr/>
          </p:nvSpPr>
          <p:spPr>
            <a:xfrm>
              <a:off x="8744407" y="4718304"/>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How could this be more compelling?</a:t>
              </a:r>
            </a:p>
          </p:txBody>
        </p:sp>
        <p:sp>
          <p:nvSpPr>
            <p:cNvPr id="133" name="TextBox 132"/>
            <p:cNvSpPr txBox="1"/>
            <p:nvPr/>
          </p:nvSpPr>
          <p:spPr>
            <a:xfrm>
              <a:off x="6574536" y="4960620"/>
              <a:ext cx="2078431" cy="190821"/>
            </a:xfrm>
            <a:prstGeom prst="rect">
              <a:avLst/>
            </a:prstGeom>
            <a:noFill/>
          </p:spPr>
          <p:txBody>
            <a:bodyPr wrap="square" lIns="27432" tIns="18288" rIns="27432" bIns="18288">
              <a:spAutoFit/>
            </a:bodyPr>
            <a:lstStyle/>
            <a:p>
              <a:pPr>
                <a:defRPr sz="560" b="0">
                  <a:solidFill>
                    <a:srgbClr val="1C1D1B"/>
                  </a:solidFill>
                  <a:latin typeface="Aptos"/>
                </a:defRPr>
              </a:pPr>
              <a:r>
                <a:rPr sz="1000"/>
                <a:t>Improve structure</a:t>
              </a:r>
            </a:p>
          </p:txBody>
        </p:sp>
        <p:sp>
          <p:nvSpPr>
            <p:cNvPr id="134" name="TextBox 133"/>
            <p:cNvSpPr txBox="1"/>
            <p:nvPr/>
          </p:nvSpPr>
          <p:spPr>
            <a:xfrm>
              <a:off x="8744407" y="4960620"/>
              <a:ext cx="2886760" cy="190821"/>
            </a:xfrm>
            <a:prstGeom prst="rect">
              <a:avLst/>
            </a:prstGeom>
            <a:noFill/>
          </p:spPr>
          <p:txBody>
            <a:bodyPr wrap="square" lIns="27432" tIns="18288" rIns="27432" bIns="18288">
              <a:spAutoFit/>
            </a:bodyPr>
            <a:lstStyle/>
            <a:p>
              <a:pPr>
                <a:defRPr sz="560" b="0">
                  <a:solidFill>
                    <a:srgbClr val="1C1D1B"/>
                  </a:solidFill>
                  <a:latin typeface="Aptos"/>
                </a:defRPr>
              </a:pPr>
              <a:r>
                <a:rPr sz="1000"/>
                <a:t>How could this flow better?</a:t>
              </a:r>
            </a:p>
          </p:txBody>
        </p:sp>
      </p:grpSp>
      <p:sp>
        <p:nvSpPr>
          <p:cNvPr id="135" name="Rounded Rectangle 134"/>
          <p:cNvSpPr/>
          <p:nvPr/>
        </p:nvSpPr>
        <p:spPr>
          <a:xfrm>
            <a:off x="6510528" y="5114864"/>
            <a:ext cx="5166360" cy="801304"/>
          </a:xfrm>
          <a:prstGeom prst="roundRect">
            <a:avLst/>
          </a:prstGeom>
          <a:solidFill>
            <a:srgbClr val="FBFBF9"/>
          </a:solidFill>
          <a:ln w="1143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6583680" y="5148072"/>
            <a:ext cx="5020056" cy="190821"/>
          </a:xfrm>
          <a:prstGeom prst="rect">
            <a:avLst/>
          </a:prstGeom>
          <a:noFill/>
        </p:spPr>
        <p:txBody>
          <a:bodyPr wrap="square" lIns="27432" tIns="18288" rIns="27432" bIns="18288">
            <a:spAutoFit/>
          </a:bodyPr>
          <a:lstStyle/>
          <a:p>
            <a:pPr>
              <a:defRPr sz="760" b="1">
                <a:solidFill>
                  <a:srgbClr val="403E80"/>
                </a:solidFill>
                <a:latin typeface="Aptos"/>
              </a:defRPr>
            </a:pPr>
            <a:r>
              <a:rPr sz="1000" dirty="0"/>
              <a:t>Why is this the right enhancement?</a:t>
            </a:r>
          </a:p>
        </p:txBody>
      </p:sp>
      <p:sp>
        <p:nvSpPr>
          <p:cNvPr id="138" name="Rounded Rectangle 137"/>
          <p:cNvSpPr/>
          <p:nvPr/>
        </p:nvSpPr>
        <p:spPr>
          <a:xfrm>
            <a:off x="6510528" y="5980176"/>
            <a:ext cx="5166360" cy="292608"/>
          </a:xfrm>
          <a:prstGeom prst="roundRect">
            <a:avLst/>
          </a:prstGeom>
          <a:solidFill>
            <a:srgbClr val="FFFAE7"/>
          </a:solidFill>
          <a:ln w="8890">
            <a:solidFill>
              <a:srgbClr val="E1C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6583680" y="6044184"/>
            <a:ext cx="320040" cy="190821"/>
          </a:xfrm>
          <a:prstGeom prst="rect">
            <a:avLst/>
          </a:prstGeom>
          <a:noFill/>
        </p:spPr>
        <p:txBody>
          <a:bodyPr wrap="square" lIns="27432" tIns="18288" rIns="27432" bIns="18288">
            <a:spAutoFit/>
          </a:bodyPr>
          <a:lstStyle/>
          <a:p>
            <a:pPr>
              <a:defRPr sz="550" b="1">
                <a:solidFill>
                  <a:srgbClr val="403E80"/>
                </a:solidFill>
                <a:latin typeface="Aptos"/>
              </a:defRPr>
            </a:pPr>
            <a:r>
              <a:rPr sz="1000" dirty="0"/>
              <a:t>TIP</a:t>
            </a:r>
          </a:p>
        </p:txBody>
      </p:sp>
      <p:sp>
        <p:nvSpPr>
          <p:cNvPr id="140" name="TextBox 139"/>
          <p:cNvSpPr txBox="1"/>
          <p:nvPr/>
        </p:nvSpPr>
        <p:spPr>
          <a:xfrm>
            <a:off x="6922008" y="6044184"/>
            <a:ext cx="4690872" cy="190821"/>
          </a:xfrm>
          <a:prstGeom prst="rect">
            <a:avLst/>
          </a:prstGeom>
          <a:noFill/>
        </p:spPr>
        <p:txBody>
          <a:bodyPr wrap="square" lIns="27432" tIns="18288" rIns="27432" bIns="18288">
            <a:spAutoFit/>
          </a:bodyPr>
          <a:lstStyle/>
          <a:p>
            <a:pPr>
              <a:defRPr sz="680" b="0">
                <a:solidFill>
                  <a:srgbClr val="1C1D1B"/>
                </a:solidFill>
                <a:latin typeface="Aptos"/>
              </a:defRPr>
            </a:pPr>
            <a:r>
              <a:rPr sz="1000"/>
              <a:t>Do not ask AI to replace your thinking. Ask AI to strengthen it.</a:t>
            </a:r>
          </a:p>
        </p:txBody>
      </p:sp>
      <p:sp>
        <p:nvSpPr>
          <p:cNvPr id="147" name="TextBox 146">
            <a:extLst>
              <a:ext uri="{FF2B5EF4-FFF2-40B4-BE49-F238E27FC236}">
                <a16:creationId xmlns:a16="http://schemas.microsoft.com/office/drawing/2014/main" id="{4236C316-90FA-6775-B054-8C552CB588D4}"/>
              </a:ext>
            </a:extLst>
          </p:cNvPr>
          <p:cNvSpPr txBox="1"/>
          <p:nvPr/>
        </p:nvSpPr>
        <p:spPr>
          <a:xfrm>
            <a:off x="3459480" y="2792862"/>
            <a:ext cx="2423160" cy="1169551"/>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a:p>
            <a:endParaRPr lang="en-US" sz="1000" dirty="0"/>
          </a:p>
          <a:p>
            <a:endParaRPr lang="en-US" sz="1000" dirty="0"/>
          </a:p>
          <a:p>
            <a:endParaRPr lang="en-US" sz="1000" dirty="0"/>
          </a:p>
        </p:txBody>
      </p:sp>
      <p:sp>
        <p:nvSpPr>
          <p:cNvPr id="148" name="TextBox 147">
            <a:extLst>
              <a:ext uri="{FF2B5EF4-FFF2-40B4-BE49-F238E27FC236}">
                <a16:creationId xmlns:a16="http://schemas.microsoft.com/office/drawing/2014/main" id="{C3B24613-234B-470F-D758-5E9D57D6FFFD}"/>
              </a:ext>
            </a:extLst>
          </p:cNvPr>
          <p:cNvSpPr txBox="1"/>
          <p:nvPr/>
        </p:nvSpPr>
        <p:spPr>
          <a:xfrm>
            <a:off x="3514040" y="4417433"/>
            <a:ext cx="2423160" cy="1169551"/>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a:p>
            <a:endParaRPr lang="en-US" sz="1000" dirty="0"/>
          </a:p>
          <a:p>
            <a:endParaRPr lang="en-US" sz="1000" dirty="0"/>
          </a:p>
          <a:p>
            <a:endParaRPr lang="en-US" sz="1000" dirty="0"/>
          </a:p>
        </p:txBody>
      </p:sp>
      <p:sp>
        <p:nvSpPr>
          <p:cNvPr id="151" name="TextBox 150">
            <a:extLst>
              <a:ext uri="{FF2B5EF4-FFF2-40B4-BE49-F238E27FC236}">
                <a16:creationId xmlns:a16="http://schemas.microsoft.com/office/drawing/2014/main" id="{757E76DE-2956-C65E-C379-69C771C83CD8}"/>
              </a:ext>
            </a:extLst>
          </p:cNvPr>
          <p:cNvSpPr txBox="1"/>
          <p:nvPr/>
        </p:nvSpPr>
        <p:spPr>
          <a:xfrm>
            <a:off x="6533388" y="5287196"/>
            <a:ext cx="5143500" cy="553998"/>
          </a:xfrm>
          <a:prstGeom prst="rect">
            <a:avLst/>
          </a:prstGeom>
          <a:noFill/>
        </p:spPr>
        <p:txBody>
          <a:bodyPr wrap="square" rtlCol="0">
            <a:spAutoFit/>
          </a:bodyPr>
          <a:lstStyle/>
          <a:p>
            <a:r>
              <a:rPr lang="en-US" sz="1000" dirty="0"/>
              <a:t>Type here…</a:t>
            </a:r>
          </a:p>
          <a:p>
            <a:endParaRPr lang="en-US" sz="1000" dirty="0"/>
          </a:p>
          <a:p>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110" name="Rectangle 109">
            <a:extLst>
              <a:ext uri="{FF2B5EF4-FFF2-40B4-BE49-F238E27FC236}">
                <a16:creationId xmlns:a16="http://schemas.microsoft.com/office/drawing/2014/main" id="{9CCA252B-23BA-447B-3D3F-359BB6939FFB}"/>
              </a:ext>
            </a:extLst>
          </p:cNvPr>
          <p:cNvSpPr/>
          <p:nvPr/>
        </p:nvSpPr>
        <p:spPr>
          <a:xfrm>
            <a:off x="7196328" y="1210888"/>
            <a:ext cx="4774692" cy="5174672"/>
          </a:xfrm>
          <a:prstGeom prst="rect">
            <a:avLst/>
          </a:prstGeom>
          <a:solidFill>
            <a:srgbClr val="FFFFFF"/>
          </a:solidFill>
          <a:ln w="11430">
            <a:solidFill>
              <a:srgbClr val="D1C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0A5629C4-E854-C99A-D25B-80CE644B0187}"/>
              </a:ext>
            </a:extLst>
          </p:cNvPr>
          <p:cNvSpPr/>
          <p:nvPr/>
        </p:nvSpPr>
        <p:spPr>
          <a:xfrm>
            <a:off x="166255" y="1226128"/>
            <a:ext cx="6897485" cy="5174672"/>
          </a:xfrm>
          <a:prstGeom prst="rect">
            <a:avLst/>
          </a:prstGeom>
          <a:solidFill>
            <a:srgbClr val="FFFFFF"/>
          </a:solidFill>
          <a:ln w="11430">
            <a:solidFill>
              <a:srgbClr val="D1C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Rounded Rectangle 1"/>
          <p:cNvSpPr/>
          <p:nvPr/>
        </p:nvSpPr>
        <p:spPr>
          <a:xfrm>
            <a:off x="320040" y="228600"/>
            <a:ext cx="1737360" cy="292608"/>
          </a:xfrm>
          <a:prstGeom prst="roundRect">
            <a:avLst/>
          </a:prstGeom>
          <a:solidFill>
            <a:srgbClr val="1C1D1B"/>
          </a:solidFill>
          <a:ln>
            <a:solidFill>
              <a:srgbClr val="1C1D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278892"/>
            <a:ext cx="1737360" cy="246888"/>
          </a:xfrm>
          <a:prstGeom prst="rect">
            <a:avLst/>
          </a:prstGeom>
          <a:noFill/>
        </p:spPr>
        <p:txBody>
          <a:bodyPr wrap="square" lIns="27432" tIns="18288" rIns="27432" bIns="18288">
            <a:spAutoFit/>
          </a:bodyPr>
          <a:lstStyle/>
          <a:p>
            <a:pPr algn="ctr">
              <a:defRPr sz="850" b="1">
                <a:solidFill>
                  <a:srgbClr val="FFFFFF"/>
                </a:solidFill>
                <a:latin typeface="Aptos"/>
              </a:defRPr>
            </a:pPr>
            <a:r>
              <a:t>CAPABILITY ENHANCEMENT</a:t>
            </a:r>
          </a:p>
        </p:txBody>
      </p:sp>
      <p:sp>
        <p:nvSpPr>
          <p:cNvPr id="4" name="TextBox 3"/>
          <p:cNvSpPr txBox="1"/>
          <p:nvPr/>
        </p:nvSpPr>
        <p:spPr>
          <a:xfrm>
            <a:off x="320040" y="658368"/>
            <a:ext cx="5303520" cy="292608"/>
          </a:xfrm>
          <a:prstGeom prst="rect">
            <a:avLst/>
          </a:prstGeom>
          <a:noFill/>
        </p:spPr>
        <p:txBody>
          <a:bodyPr wrap="square" lIns="27432" tIns="18288" rIns="27432" bIns="18288">
            <a:spAutoFit/>
          </a:bodyPr>
          <a:lstStyle/>
          <a:p>
            <a:pPr>
              <a:defRPr sz="2100" b="1">
                <a:solidFill>
                  <a:srgbClr val="1C1D1B"/>
                </a:solidFill>
                <a:latin typeface="Aptos"/>
              </a:defRPr>
            </a:pPr>
            <a:r>
              <a:t>Capability Enhancement Canvas</a:t>
            </a:r>
          </a:p>
        </p:txBody>
      </p:sp>
      <p:sp>
        <p:nvSpPr>
          <p:cNvPr id="5" name="TextBox 4"/>
          <p:cNvSpPr txBox="1"/>
          <p:nvPr/>
        </p:nvSpPr>
        <p:spPr>
          <a:xfrm>
            <a:off x="320040" y="960120"/>
            <a:ext cx="7772400" cy="210312"/>
          </a:xfrm>
          <a:prstGeom prst="rect">
            <a:avLst/>
          </a:prstGeom>
          <a:noFill/>
        </p:spPr>
        <p:txBody>
          <a:bodyPr wrap="square" lIns="27432" tIns="18288" rIns="27432" bIns="18288">
            <a:spAutoFit/>
          </a:bodyPr>
          <a:lstStyle/>
          <a:p>
            <a:pPr>
              <a:defRPr sz="950" b="0">
                <a:solidFill>
                  <a:srgbClr val="5C5952"/>
                </a:solidFill>
                <a:latin typeface="Aptos"/>
              </a:defRPr>
            </a:pPr>
            <a:r>
              <a:t>Work with AI to strengthen the work, then turn today's improvement into a repeatable practice.</a:t>
            </a:r>
          </a:p>
        </p:txBody>
      </p:sp>
      <p:sp>
        <p:nvSpPr>
          <p:cNvPr id="6" name="Rounded Rectangle 5"/>
          <p:cNvSpPr/>
          <p:nvPr/>
        </p:nvSpPr>
        <p:spPr>
          <a:xfrm>
            <a:off x="9646920" y="310896"/>
            <a:ext cx="2194560" cy="256032"/>
          </a:xfrm>
          <a:prstGeom prst="roundRect">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46920" y="361188"/>
            <a:ext cx="2194560" cy="210312"/>
          </a:xfrm>
          <a:prstGeom prst="rect">
            <a:avLst/>
          </a:prstGeom>
          <a:noFill/>
        </p:spPr>
        <p:txBody>
          <a:bodyPr wrap="square" lIns="27432" tIns="18288" rIns="27432" bIns="18288">
            <a:spAutoFit/>
          </a:bodyPr>
          <a:lstStyle/>
          <a:p>
            <a:pPr algn="ctr">
              <a:defRPr sz="750" b="1">
                <a:solidFill>
                  <a:srgbClr val="FFFFFF"/>
                </a:solidFill>
                <a:latin typeface="Aptos"/>
              </a:defRPr>
            </a:pPr>
            <a:r>
              <a:t>PAGE 3 OF 3  |  BUILD &amp; PRACTICE</a:t>
            </a:r>
          </a:p>
        </p:txBody>
      </p:sp>
      <p:sp>
        <p:nvSpPr>
          <p:cNvPr id="8" name="Oval 7"/>
          <p:cNvSpPr/>
          <p:nvPr/>
        </p:nvSpPr>
        <p:spPr>
          <a:xfrm>
            <a:off x="5394960"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5550408" y="786384"/>
            <a:ext cx="448056"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248656"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Choose</a:t>
            </a:r>
          </a:p>
        </p:txBody>
      </p:sp>
      <p:sp>
        <p:nvSpPr>
          <p:cNvPr id="11" name="Oval 10"/>
          <p:cNvSpPr/>
          <p:nvPr/>
        </p:nvSpPr>
        <p:spPr>
          <a:xfrm>
            <a:off x="6025896"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6181344" y="786384"/>
            <a:ext cx="448055"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79592"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Examine</a:t>
            </a:r>
          </a:p>
        </p:txBody>
      </p:sp>
      <p:sp>
        <p:nvSpPr>
          <p:cNvPr id="14" name="Oval 13"/>
          <p:cNvSpPr/>
          <p:nvPr/>
        </p:nvSpPr>
        <p:spPr>
          <a:xfrm>
            <a:off x="6656832"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6812280" y="786384"/>
            <a:ext cx="448056"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10528"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Find</a:t>
            </a:r>
          </a:p>
        </p:txBody>
      </p:sp>
      <p:sp>
        <p:nvSpPr>
          <p:cNvPr id="17" name="Oval 16"/>
          <p:cNvSpPr/>
          <p:nvPr/>
        </p:nvSpPr>
        <p:spPr>
          <a:xfrm>
            <a:off x="7287768" y="713232"/>
            <a:ext cx="146304" cy="146304"/>
          </a:xfrm>
          <a:prstGeom prst="ellipse">
            <a:avLst/>
          </a:prstGeom>
          <a:solidFill>
            <a:srgbClr val="E5E2DA"/>
          </a:solidFill>
          <a:ln w="889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7443216" y="786384"/>
            <a:ext cx="448056" cy="0"/>
          </a:xfrm>
          <a:prstGeom prst="line">
            <a:avLst/>
          </a:prstGeom>
          <a:ln w="10160">
            <a:solidFill>
              <a:srgbClr val="D3CFC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141464" y="896112"/>
            <a:ext cx="457200" cy="109728"/>
          </a:xfrm>
          <a:prstGeom prst="rect">
            <a:avLst/>
          </a:prstGeom>
          <a:noFill/>
        </p:spPr>
        <p:txBody>
          <a:bodyPr wrap="square" lIns="27432" tIns="18288" rIns="27432" bIns="18288">
            <a:spAutoFit/>
          </a:bodyPr>
          <a:lstStyle/>
          <a:p>
            <a:pPr algn="ctr">
              <a:defRPr sz="580" b="0">
                <a:solidFill>
                  <a:srgbClr val="5C5952"/>
                </a:solidFill>
                <a:latin typeface="Aptos"/>
              </a:defRPr>
            </a:pPr>
            <a:r>
              <a:t>Choose</a:t>
            </a:r>
          </a:p>
        </p:txBody>
      </p:sp>
      <p:sp>
        <p:nvSpPr>
          <p:cNvPr id="20" name="Oval 19"/>
          <p:cNvSpPr/>
          <p:nvPr/>
        </p:nvSpPr>
        <p:spPr>
          <a:xfrm>
            <a:off x="7918704" y="713232"/>
            <a:ext cx="146304" cy="146304"/>
          </a:xfrm>
          <a:prstGeom prst="ellipse">
            <a:avLst/>
          </a:prstGeom>
          <a:solidFill>
            <a:srgbClr val="5858A5"/>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8074152" y="786384"/>
            <a:ext cx="448056" cy="0"/>
          </a:xfrm>
          <a:prstGeom prst="line">
            <a:avLst/>
          </a:prstGeom>
          <a:ln w="10160">
            <a:solidFill>
              <a:srgbClr val="5858A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0" y="896112"/>
            <a:ext cx="457200" cy="109728"/>
          </a:xfrm>
          <a:prstGeom prst="rect">
            <a:avLst/>
          </a:prstGeom>
          <a:noFill/>
        </p:spPr>
        <p:txBody>
          <a:bodyPr wrap="square" lIns="27432" tIns="18288" rIns="27432" bIns="18288">
            <a:spAutoFit/>
          </a:bodyPr>
          <a:lstStyle/>
          <a:p>
            <a:pPr algn="ctr">
              <a:defRPr sz="580" b="1">
                <a:solidFill>
                  <a:srgbClr val="403E80"/>
                </a:solidFill>
                <a:latin typeface="Aptos"/>
              </a:defRPr>
            </a:pPr>
            <a:r>
              <a:t>Build</a:t>
            </a:r>
          </a:p>
        </p:txBody>
      </p:sp>
      <p:sp>
        <p:nvSpPr>
          <p:cNvPr id="23" name="Oval 22"/>
          <p:cNvSpPr/>
          <p:nvPr/>
        </p:nvSpPr>
        <p:spPr>
          <a:xfrm>
            <a:off x="8549640" y="713232"/>
            <a:ext cx="146304" cy="146304"/>
          </a:xfrm>
          <a:prstGeom prst="ellipse">
            <a:avLst/>
          </a:prstGeom>
          <a:solidFill>
            <a:srgbClr val="5858A5"/>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03336" y="896112"/>
            <a:ext cx="457200" cy="109728"/>
          </a:xfrm>
          <a:prstGeom prst="rect">
            <a:avLst/>
          </a:prstGeom>
          <a:noFill/>
        </p:spPr>
        <p:txBody>
          <a:bodyPr wrap="square" lIns="27432" tIns="18288" rIns="27432" bIns="18288">
            <a:spAutoFit/>
          </a:bodyPr>
          <a:lstStyle/>
          <a:p>
            <a:pPr algn="ctr">
              <a:defRPr sz="580" b="1">
                <a:solidFill>
                  <a:srgbClr val="403E80"/>
                </a:solidFill>
                <a:latin typeface="Aptos"/>
              </a:defRPr>
            </a:pPr>
            <a:r>
              <a:t>Practice</a:t>
            </a:r>
          </a:p>
        </p:txBody>
      </p:sp>
      <p:cxnSp>
        <p:nvCxnSpPr>
          <p:cNvPr id="25" name="Connector 24"/>
          <p:cNvCxnSpPr/>
          <p:nvPr/>
        </p:nvCxnSpPr>
        <p:spPr>
          <a:xfrm>
            <a:off x="320040" y="6565392"/>
            <a:ext cx="11548872" cy="0"/>
          </a:xfrm>
          <a:prstGeom prst="line">
            <a:avLst/>
          </a:prstGeom>
          <a:ln w="7620">
            <a:solidFill>
              <a:srgbClr val="D3CF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1480" y="6629400"/>
            <a:ext cx="2194560" cy="137160"/>
          </a:xfrm>
          <a:prstGeom prst="rect">
            <a:avLst/>
          </a:prstGeom>
          <a:noFill/>
        </p:spPr>
        <p:txBody>
          <a:bodyPr wrap="square" lIns="27432" tIns="18288" rIns="27432" bIns="18288">
            <a:spAutoFit/>
          </a:bodyPr>
          <a:lstStyle/>
          <a:p>
            <a:pPr>
              <a:defRPr sz="550" b="0">
                <a:solidFill>
                  <a:srgbClr val="5C5952"/>
                </a:solidFill>
                <a:latin typeface="Aptos"/>
              </a:defRPr>
            </a:pPr>
            <a:r>
              <a:t>Manager Activation</a:t>
            </a:r>
          </a:p>
        </p:txBody>
      </p:sp>
      <p:sp>
        <p:nvSpPr>
          <p:cNvPr id="27" name="TextBox 26"/>
          <p:cNvSpPr txBox="1"/>
          <p:nvPr/>
        </p:nvSpPr>
        <p:spPr>
          <a:xfrm>
            <a:off x="9875520" y="6629400"/>
            <a:ext cx="1097280" cy="137160"/>
          </a:xfrm>
          <a:prstGeom prst="rect">
            <a:avLst/>
          </a:prstGeom>
          <a:noFill/>
        </p:spPr>
        <p:txBody>
          <a:bodyPr wrap="square" lIns="27432" tIns="18288" rIns="27432" bIns="18288">
            <a:spAutoFit/>
          </a:bodyPr>
          <a:lstStyle/>
          <a:p>
            <a:pPr algn="r">
              <a:defRPr sz="550" b="0">
                <a:solidFill>
                  <a:srgbClr val="5C5952"/>
                </a:solidFill>
                <a:latin typeface="Aptos"/>
              </a:defRPr>
            </a:pPr>
            <a:r>
              <a:t>CONFIDENTIAL</a:t>
            </a:r>
          </a:p>
        </p:txBody>
      </p:sp>
      <p:sp>
        <p:nvSpPr>
          <p:cNvPr id="28" name="TextBox 27"/>
          <p:cNvSpPr txBox="1"/>
          <p:nvPr/>
        </p:nvSpPr>
        <p:spPr>
          <a:xfrm>
            <a:off x="11384280" y="6629400"/>
            <a:ext cx="274320" cy="137160"/>
          </a:xfrm>
          <a:prstGeom prst="rect">
            <a:avLst/>
          </a:prstGeom>
          <a:noFill/>
        </p:spPr>
        <p:txBody>
          <a:bodyPr wrap="square" lIns="27432" tIns="18288" rIns="27432" bIns="18288">
            <a:spAutoFit/>
          </a:bodyPr>
          <a:lstStyle/>
          <a:p>
            <a:pPr algn="r">
              <a:defRPr sz="550" b="0">
                <a:solidFill>
                  <a:srgbClr val="5C5952"/>
                </a:solidFill>
                <a:latin typeface="Aptos"/>
              </a:defRPr>
            </a:pPr>
            <a:r>
              <a:t>3</a:t>
            </a:r>
          </a:p>
        </p:txBody>
      </p:sp>
      <p:sp>
        <p:nvSpPr>
          <p:cNvPr id="30" name="Oval 29"/>
          <p:cNvSpPr/>
          <p:nvPr/>
        </p:nvSpPr>
        <p:spPr>
          <a:xfrm>
            <a:off x="502920" y="1444752"/>
            <a:ext cx="274320" cy="274320"/>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1485900"/>
            <a:ext cx="274320" cy="201168"/>
          </a:xfrm>
          <a:prstGeom prst="rect">
            <a:avLst/>
          </a:prstGeom>
          <a:noFill/>
        </p:spPr>
        <p:txBody>
          <a:bodyPr wrap="square" lIns="27432" tIns="18288" rIns="27432" bIns="18288">
            <a:spAutoFit/>
          </a:bodyPr>
          <a:lstStyle/>
          <a:p>
            <a:pPr algn="ctr">
              <a:defRPr sz="850" b="1">
                <a:solidFill>
                  <a:srgbClr val="FFFFFF"/>
                </a:solidFill>
                <a:latin typeface="Aptos"/>
              </a:defRPr>
            </a:pPr>
            <a:r>
              <a:t>5</a:t>
            </a:r>
          </a:p>
        </p:txBody>
      </p:sp>
      <p:sp>
        <p:nvSpPr>
          <p:cNvPr id="32" name="TextBox 31"/>
          <p:cNvSpPr txBox="1"/>
          <p:nvPr/>
        </p:nvSpPr>
        <p:spPr>
          <a:xfrm>
            <a:off x="850392" y="1476756"/>
            <a:ext cx="5961888" cy="283154"/>
          </a:xfrm>
          <a:prstGeom prst="rect">
            <a:avLst/>
          </a:prstGeom>
          <a:noFill/>
        </p:spPr>
        <p:txBody>
          <a:bodyPr wrap="square" lIns="27432" tIns="18288" rIns="27432" bIns="18288">
            <a:spAutoFit/>
          </a:bodyPr>
          <a:lstStyle/>
          <a:p>
            <a:pPr>
              <a:defRPr sz="1150" b="1">
                <a:solidFill>
                  <a:srgbClr val="1C1D1B"/>
                </a:solidFill>
                <a:latin typeface="Aptos"/>
              </a:defRPr>
            </a:pPr>
            <a:r>
              <a:rPr sz="1600" dirty="0"/>
              <a:t>BUILD &amp; REFINE</a:t>
            </a:r>
          </a:p>
        </p:txBody>
      </p:sp>
      <p:sp>
        <p:nvSpPr>
          <p:cNvPr id="33" name="TextBox 32"/>
          <p:cNvSpPr txBox="1"/>
          <p:nvPr/>
        </p:nvSpPr>
        <p:spPr>
          <a:xfrm>
            <a:off x="502920" y="1783080"/>
            <a:ext cx="242316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Why it matters</a:t>
            </a:r>
          </a:p>
        </p:txBody>
      </p:sp>
      <p:sp>
        <p:nvSpPr>
          <p:cNvPr id="34" name="TextBox 33"/>
          <p:cNvSpPr txBox="1"/>
          <p:nvPr/>
        </p:nvSpPr>
        <p:spPr>
          <a:xfrm>
            <a:off x="502920" y="1929384"/>
            <a:ext cx="2423160" cy="344710"/>
          </a:xfrm>
          <a:prstGeom prst="rect">
            <a:avLst/>
          </a:prstGeom>
          <a:noFill/>
        </p:spPr>
        <p:txBody>
          <a:bodyPr wrap="square" lIns="27432" tIns="18288" rIns="27432" bIns="18288">
            <a:spAutoFit/>
          </a:bodyPr>
          <a:lstStyle/>
          <a:p>
            <a:pPr>
              <a:defRPr sz="710" b="0">
                <a:solidFill>
                  <a:srgbClr val="5C5952"/>
                </a:solidFill>
                <a:latin typeface="Aptos"/>
              </a:defRPr>
            </a:pPr>
            <a:r>
              <a:rPr sz="1000"/>
              <a:t>Better work comes through review and refinement.</a:t>
            </a:r>
          </a:p>
        </p:txBody>
      </p:sp>
      <p:sp>
        <p:nvSpPr>
          <p:cNvPr id="35" name="TextBox 34"/>
          <p:cNvSpPr txBox="1"/>
          <p:nvPr/>
        </p:nvSpPr>
        <p:spPr>
          <a:xfrm>
            <a:off x="502920" y="2313432"/>
            <a:ext cx="2423160" cy="190821"/>
          </a:xfrm>
          <a:prstGeom prst="rect">
            <a:avLst/>
          </a:prstGeom>
          <a:noFill/>
        </p:spPr>
        <p:txBody>
          <a:bodyPr wrap="square" lIns="27432" tIns="18288" rIns="27432" bIns="18288">
            <a:spAutoFit/>
          </a:bodyPr>
          <a:lstStyle/>
          <a:p>
            <a:pPr>
              <a:defRPr sz="640" b="1">
                <a:solidFill>
                  <a:srgbClr val="403E80"/>
                </a:solidFill>
                <a:latin typeface="Aptos"/>
              </a:defRPr>
            </a:pPr>
            <a:r>
              <a:rPr sz="1000"/>
              <a:t>What to do</a:t>
            </a:r>
          </a:p>
        </p:txBody>
      </p:sp>
      <p:sp>
        <p:nvSpPr>
          <p:cNvPr id="36" name="TextBox 35"/>
          <p:cNvSpPr txBox="1"/>
          <p:nvPr/>
        </p:nvSpPr>
        <p:spPr>
          <a:xfrm>
            <a:off x="502920" y="2459736"/>
            <a:ext cx="2552700" cy="344710"/>
          </a:xfrm>
          <a:prstGeom prst="rect">
            <a:avLst/>
          </a:prstGeom>
          <a:noFill/>
        </p:spPr>
        <p:txBody>
          <a:bodyPr wrap="square" lIns="27432" tIns="18288" rIns="27432" bIns="18288">
            <a:spAutoFit/>
          </a:bodyPr>
          <a:lstStyle/>
          <a:p>
            <a:pPr>
              <a:defRPr sz="710" b="0">
                <a:solidFill>
                  <a:srgbClr val="5C5952"/>
                </a:solidFill>
                <a:latin typeface="Aptos"/>
              </a:defRPr>
            </a:pPr>
            <a:r>
              <a:rPr sz="1000" dirty="0"/>
              <a:t>Open an approved AI tool. Choose your starting point, then review, refine, and repeat.</a:t>
            </a:r>
          </a:p>
        </p:txBody>
      </p:sp>
      <p:sp>
        <p:nvSpPr>
          <p:cNvPr id="37" name="TextBox 36"/>
          <p:cNvSpPr txBox="1"/>
          <p:nvPr/>
        </p:nvSpPr>
        <p:spPr>
          <a:xfrm>
            <a:off x="3200400" y="1653540"/>
            <a:ext cx="3474720" cy="190821"/>
          </a:xfrm>
          <a:prstGeom prst="rect">
            <a:avLst/>
          </a:prstGeom>
          <a:noFill/>
        </p:spPr>
        <p:txBody>
          <a:bodyPr wrap="square" lIns="27432" tIns="18288" rIns="27432" bIns="18288">
            <a:spAutoFit/>
          </a:bodyPr>
          <a:lstStyle/>
          <a:p>
            <a:pPr>
              <a:defRPr sz="650" b="1">
                <a:solidFill>
                  <a:srgbClr val="403E80"/>
                </a:solidFill>
                <a:latin typeface="Aptos"/>
              </a:defRPr>
            </a:pPr>
            <a:r>
              <a:rPr sz="1000" dirty="0"/>
              <a:t>Choose your starting point</a:t>
            </a:r>
          </a:p>
        </p:txBody>
      </p:sp>
      <p:grpSp>
        <p:nvGrpSpPr>
          <p:cNvPr id="111" name="Group 110">
            <a:extLst>
              <a:ext uri="{FF2B5EF4-FFF2-40B4-BE49-F238E27FC236}">
                <a16:creationId xmlns:a16="http://schemas.microsoft.com/office/drawing/2014/main" id="{528DB9BA-EF1B-921D-F871-E0DB376DB4AC}"/>
              </a:ext>
            </a:extLst>
          </p:cNvPr>
          <p:cNvGrpSpPr/>
          <p:nvPr/>
        </p:nvGrpSpPr>
        <p:grpSpPr>
          <a:xfrm>
            <a:off x="3200400" y="1912621"/>
            <a:ext cx="3657600" cy="1098484"/>
            <a:chOff x="3200400" y="2011680"/>
            <a:chExt cx="3419856" cy="914400"/>
          </a:xfrm>
        </p:grpSpPr>
        <p:sp>
          <p:nvSpPr>
            <p:cNvPr id="38" name="Rounded Rectangle 37"/>
            <p:cNvSpPr/>
            <p:nvPr/>
          </p:nvSpPr>
          <p:spPr>
            <a:xfrm>
              <a:off x="3200400" y="2011680"/>
              <a:ext cx="1078992" cy="914400"/>
            </a:xfrm>
            <a:prstGeom prst="roundRect">
              <a:avLst/>
            </a:prstGeom>
            <a:solidFill>
              <a:srgbClr val="EDEDF9"/>
            </a:solidFill>
            <a:ln w="8890">
              <a:solidFill>
                <a:srgbClr val="D7D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73552" y="2084831"/>
              <a:ext cx="932688" cy="158843"/>
            </a:xfrm>
            <a:prstGeom prst="rect">
              <a:avLst/>
            </a:prstGeom>
            <a:noFill/>
          </p:spPr>
          <p:txBody>
            <a:bodyPr wrap="square" lIns="27432" tIns="18288" rIns="27432" bIns="18288">
              <a:spAutoFit/>
            </a:bodyPr>
            <a:lstStyle/>
            <a:p>
              <a:pPr>
                <a:defRPr sz="630" b="1">
                  <a:solidFill>
                    <a:srgbClr val="403E80"/>
                  </a:solidFill>
                  <a:latin typeface="Aptos"/>
                </a:defRPr>
              </a:pPr>
              <a:r>
                <a:rPr sz="1000"/>
                <a:t>Existing work</a:t>
              </a:r>
            </a:p>
          </p:txBody>
        </p:sp>
        <p:sp>
          <p:nvSpPr>
            <p:cNvPr id="40" name="TextBox 39"/>
            <p:cNvSpPr txBox="1"/>
            <p:nvPr/>
          </p:nvSpPr>
          <p:spPr>
            <a:xfrm>
              <a:off x="3273552" y="2229654"/>
              <a:ext cx="1005840" cy="645623"/>
            </a:xfrm>
            <a:prstGeom prst="rect">
              <a:avLst/>
            </a:prstGeom>
            <a:noFill/>
          </p:spPr>
          <p:txBody>
            <a:bodyPr wrap="square" lIns="27432" tIns="18288" rIns="27432" bIns="18288">
              <a:spAutoFit/>
            </a:bodyPr>
            <a:lstStyle/>
            <a:p>
              <a:pPr>
                <a:defRPr sz="520" b="0">
                  <a:solidFill>
                    <a:srgbClr val="1C1D1B"/>
                  </a:solidFill>
                  <a:latin typeface="Aptos"/>
                </a:defRPr>
              </a:pPr>
              <a:r>
                <a:rPr sz="800" dirty="0"/>
                <a:t>Upload the work + your completed canvas.</a:t>
              </a:r>
              <a:r>
                <a:rPr lang="en-US" sz="800" dirty="0"/>
                <a:t> </a:t>
              </a:r>
              <a:r>
                <a:rPr sz="800" dirty="0"/>
                <a:t>Examples: presentation, recommendation, strategy.</a:t>
              </a:r>
            </a:p>
          </p:txBody>
        </p:sp>
        <p:sp>
          <p:nvSpPr>
            <p:cNvPr id="41" name="Rounded Rectangle 40"/>
            <p:cNvSpPr/>
            <p:nvPr/>
          </p:nvSpPr>
          <p:spPr>
            <a:xfrm>
              <a:off x="4370832" y="2011680"/>
              <a:ext cx="1078992" cy="914400"/>
            </a:xfrm>
            <a:prstGeom prst="roundRect">
              <a:avLst/>
            </a:prstGeom>
            <a:solidFill>
              <a:srgbClr val="FBFBF9"/>
            </a:solidFill>
            <a:ln w="8890">
              <a:solidFill>
                <a:srgbClr val="D7D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43984" y="2084831"/>
              <a:ext cx="932688" cy="158843"/>
            </a:xfrm>
            <a:prstGeom prst="rect">
              <a:avLst/>
            </a:prstGeom>
            <a:noFill/>
          </p:spPr>
          <p:txBody>
            <a:bodyPr wrap="square" lIns="27432" tIns="18288" rIns="27432" bIns="18288">
              <a:spAutoFit/>
            </a:bodyPr>
            <a:lstStyle/>
            <a:p>
              <a:pPr>
                <a:defRPr sz="630" b="1">
                  <a:solidFill>
                    <a:srgbClr val="403E80"/>
                  </a:solidFill>
                  <a:latin typeface="Aptos"/>
                </a:defRPr>
              </a:pPr>
              <a:r>
                <a:rPr sz="1000"/>
                <a:t>Future work</a:t>
              </a:r>
            </a:p>
          </p:txBody>
        </p:sp>
        <p:sp>
          <p:nvSpPr>
            <p:cNvPr id="43" name="TextBox 42"/>
            <p:cNvSpPr txBox="1"/>
            <p:nvPr/>
          </p:nvSpPr>
          <p:spPr>
            <a:xfrm>
              <a:off x="4443984" y="2229654"/>
              <a:ext cx="932688" cy="607192"/>
            </a:xfrm>
            <a:prstGeom prst="rect">
              <a:avLst/>
            </a:prstGeom>
            <a:noFill/>
          </p:spPr>
          <p:txBody>
            <a:bodyPr wrap="square" lIns="27432" tIns="18288" rIns="27432" bIns="18288">
              <a:spAutoFit/>
            </a:bodyPr>
            <a:lstStyle/>
            <a:p>
              <a:pPr>
                <a:defRPr sz="520" b="0">
                  <a:solidFill>
                    <a:srgbClr val="1C1D1B"/>
                  </a:solidFill>
                  <a:latin typeface="Aptos"/>
                </a:defRPr>
              </a:pPr>
              <a:r>
                <a:rPr sz="900"/>
                <a:t>Upload the completed canvas.</a:t>
              </a:r>
              <a:br>
                <a:rPr sz="900"/>
              </a:br>
              <a:r>
                <a:rPr sz="900"/>
                <a:t>Use it as your design brief.</a:t>
              </a:r>
            </a:p>
          </p:txBody>
        </p:sp>
        <p:sp>
          <p:nvSpPr>
            <p:cNvPr id="44" name="Rounded Rectangle 43"/>
            <p:cNvSpPr/>
            <p:nvPr/>
          </p:nvSpPr>
          <p:spPr>
            <a:xfrm>
              <a:off x="5541264" y="2011680"/>
              <a:ext cx="1078992" cy="914400"/>
            </a:xfrm>
            <a:prstGeom prst="roundRect">
              <a:avLst/>
            </a:prstGeom>
            <a:solidFill>
              <a:srgbClr val="FBFBF9"/>
            </a:solidFill>
            <a:ln w="8890">
              <a:solidFill>
                <a:srgbClr val="D7D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14416" y="2084831"/>
              <a:ext cx="963092" cy="158843"/>
            </a:xfrm>
            <a:prstGeom prst="rect">
              <a:avLst/>
            </a:prstGeom>
            <a:noFill/>
          </p:spPr>
          <p:txBody>
            <a:bodyPr wrap="square" lIns="27432" tIns="18288" rIns="27432" bIns="18288">
              <a:spAutoFit/>
            </a:bodyPr>
            <a:lstStyle/>
            <a:p>
              <a:pPr>
                <a:defRPr sz="630" b="1">
                  <a:solidFill>
                    <a:srgbClr val="403E80"/>
                  </a:solidFill>
                  <a:latin typeface="Aptos"/>
                </a:defRPr>
              </a:pPr>
              <a:r>
                <a:rPr sz="1000" dirty="0"/>
                <a:t>New opportunity</a:t>
              </a:r>
            </a:p>
          </p:txBody>
        </p:sp>
        <p:sp>
          <p:nvSpPr>
            <p:cNvPr id="46" name="TextBox 45"/>
            <p:cNvSpPr txBox="1"/>
            <p:nvPr/>
          </p:nvSpPr>
          <p:spPr>
            <a:xfrm>
              <a:off x="5614416" y="2229654"/>
              <a:ext cx="932688" cy="491903"/>
            </a:xfrm>
            <a:prstGeom prst="rect">
              <a:avLst/>
            </a:prstGeom>
            <a:noFill/>
          </p:spPr>
          <p:txBody>
            <a:bodyPr wrap="square" lIns="27432" tIns="18288" rIns="27432" bIns="18288">
              <a:spAutoFit/>
            </a:bodyPr>
            <a:lstStyle/>
            <a:p>
              <a:pPr>
                <a:defRPr sz="520" b="0">
                  <a:solidFill>
                    <a:srgbClr val="1C1D1B"/>
                  </a:solidFill>
                  <a:latin typeface="Aptos"/>
                </a:defRPr>
              </a:pPr>
              <a:r>
                <a:rPr sz="900" dirty="0"/>
                <a:t>Use the completed canvas to create a strong first version.</a:t>
              </a:r>
            </a:p>
          </p:txBody>
        </p:sp>
      </p:grpSp>
      <p:grpSp>
        <p:nvGrpSpPr>
          <p:cNvPr id="112" name="Group 111">
            <a:extLst>
              <a:ext uri="{FF2B5EF4-FFF2-40B4-BE49-F238E27FC236}">
                <a16:creationId xmlns:a16="http://schemas.microsoft.com/office/drawing/2014/main" id="{C14D3D9B-A4DD-E9E3-B201-B3A148736FFA}"/>
              </a:ext>
            </a:extLst>
          </p:cNvPr>
          <p:cNvGrpSpPr/>
          <p:nvPr/>
        </p:nvGrpSpPr>
        <p:grpSpPr>
          <a:xfrm>
            <a:off x="502920" y="2976372"/>
            <a:ext cx="5431536" cy="694944"/>
            <a:chOff x="502920" y="3090672"/>
            <a:chExt cx="5431536" cy="694944"/>
          </a:xfrm>
        </p:grpSpPr>
        <p:sp>
          <p:nvSpPr>
            <p:cNvPr id="47" name="TextBox 46"/>
            <p:cNvSpPr txBox="1"/>
            <p:nvPr/>
          </p:nvSpPr>
          <p:spPr>
            <a:xfrm>
              <a:off x="502920" y="3090672"/>
              <a:ext cx="1280160" cy="190821"/>
            </a:xfrm>
            <a:prstGeom prst="rect">
              <a:avLst/>
            </a:prstGeom>
            <a:noFill/>
          </p:spPr>
          <p:txBody>
            <a:bodyPr wrap="square" lIns="27432" tIns="18288" rIns="27432" bIns="18288">
              <a:spAutoFit/>
            </a:bodyPr>
            <a:lstStyle/>
            <a:p>
              <a:pPr>
                <a:defRPr sz="650" b="1">
                  <a:solidFill>
                    <a:srgbClr val="403E80"/>
                  </a:solidFill>
                  <a:latin typeface="Aptos"/>
                </a:defRPr>
              </a:pPr>
              <a:r>
                <a:rPr sz="1000" dirty="0"/>
                <a:t>Work with AI</a:t>
              </a:r>
            </a:p>
          </p:txBody>
        </p:sp>
        <p:sp>
          <p:nvSpPr>
            <p:cNvPr id="48" name="Rounded Rectangle 47"/>
            <p:cNvSpPr/>
            <p:nvPr/>
          </p:nvSpPr>
          <p:spPr>
            <a:xfrm>
              <a:off x="502920" y="3401568"/>
              <a:ext cx="859536" cy="384048"/>
            </a:xfrm>
            <a:prstGeom prst="roundRect">
              <a:avLst/>
            </a:prstGeom>
            <a:solidFill>
              <a:srgbClr val="1C1D1B"/>
            </a:solidFill>
            <a:ln w="8890">
              <a:solidFill>
                <a:srgbClr val="1C1D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2920" y="3502152"/>
              <a:ext cx="859536" cy="190821"/>
            </a:xfrm>
            <a:prstGeom prst="rect">
              <a:avLst/>
            </a:prstGeom>
            <a:noFill/>
          </p:spPr>
          <p:txBody>
            <a:bodyPr wrap="square" lIns="27432" tIns="18288" rIns="27432" bIns="18288">
              <a:spAutoFit/>
            </a:bodyPr>
            <a:lstStyle/>
            <a:p>
              <a:pPr algn="ctr">
                <a:defRPr sz="630" b="1">
                  <a:solidFill>
                    <a:srgbClr val="FFFFFF"/>
                  </a:solidFill>
                  <a:latin typeface="Aptos"/>
                </a:defRPr>
              </a:pPr>
              <a:r>
                <a:rPr sz="1000" dirty="0"/>
                <a:t>Share</a:t>
              </a:r>
            </a:p>
          </p:txBody>
        </p:sp>
        <p:cxnSp>
          <p:nvCxnSpPr>
            <p:cNvPr id="50" name="Connector 49"/>
            <p:cNvCxnSpPr/>
            <p:nvPr/>
          </p:nvCxnSpPr>
          <p:spPr>
            <a:xfrm>
              <a:off x="1380744" y="3593592"/>
              <a:ext cx="237744" cy="0"/>
            </a:xfrm>
            <a:prstGeom prst="line">
              <a:avLst/>
            </a:prstGeom>
            <a:ln w="12700">
              <a:solidFill>
                <a:srgbClr val="5858A5"/>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1645920" y="3401568"/>
              <a:ext cx="859536" cy="384048"/>
            </a:xfrm>
            <a:prstGeom prst="roundRect">
              <a:avLst/>
            </a:prstGeom>
            <a:solidFill>
              <a:srgbClr val="EDEDF9"/>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645920" y="3502152"/>
              <a:ext cx="859536" cy="190821"/>
            </a:xfrm>
            <a:prstGeom prst="rect">
              <a:avLst/>
            </a:prstGeom>
            <a:noFill/>
          </p:spPr>
          <p:txBody>
            <a:bodyPr wrap="square" lIns="27432" tIns="18288" rIns="27432" bIns="18288">
              <a:spAutoFit/>
            </a:bodyPr>
            <a:lstStyle/>
            <a:p>
              <a:pPr algn="ctr">
                <a:defRPr sz="630" b="1">
                  <a:solidFill>
                    <a:srgbClr val="403E80"/>
                  </a:solidFill>
                  <a:latin typeface="Aptos"/>
                </a:defRPr>
              </a:pPr>
              <a:r>
                <a:rPr sz="1000"/>
                <a:t>Strengthen</a:t>
              </a:r>
            </a:p>
          </p:txBody>
        </p:sp>
        <p:cxnSp>
          <p:nvCxnSpPr>
            <p:cNvPr id="53" name="Connector 52"/>
            <p:cNvCxnSpPr/>
            <p:nvPr/>
          </p:nvCxnSpPr>
          <p:spPr>
            <a:xfrm>
              <a:off x="2523744" y="3593592"/>
              <a:ext cx="237744" cy="0"/>
            </a:xfrm>
            <a:prstGeom prst="line">
              <a:avLst/>
            </a:prstGeom>
            <a:ln w="12700">
              <a:solidFill>
                <a:srgbClr val="5858A5"/>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2788920" y="3401568"/>
              <a:ext cx="859536" cy="384048"/>
            </a:xfrm>
            <a:prstGeom prst="roundRect">
              <a:avLst/>
            </a:prstGeom>
            <a:solidFill>
              <a:srgbClr val="EDEDF9"/>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88920" y="3502152"/>
              <a:ext cx="859536" cy="190821"/>
            </a:xfrm>
            <a:prstGeom prst="rect">
              <a:avLst/>
            </a:prstGeom>
            <a:noFill/>
          </p:spPr>
          <p:txBody>
            <a:bodyPr wrap="square" lIns="27432" tIns="18288" rIns="27432" bIns="18288">
              <a:spAutoFit/>
            </a:bodyPr>
            <a:lstStyle/>
            <a:p>
              <a:pPr algn="ctr">
                <a:defRPr sz="630" b="1">
                  <a:solidFill>
                    <a:srgbClr val="403E80"/>
                  </a:solidFill>
                  <a:latin typeface="Aptos"/>
                </a:defRPr>
              </a:pPr>
              <a:r>
                <a:rPr sz="1000"/>
                <a:t>Review</a:t>
              </a:r>
            </a:p>
          </p:txBody>
        </p:sp>
        <p:cxnSp>
          <p:nvCxnSpPr>
            <p:cNvPr id="56" name="Connector 55"/>
            <p:cNvCxnSpPr/>
            <p:nvPr/>
          </p:nvCxnSpPr>
          <p:spPr>
            <a:xfrm>
              <a:off x="3666744" y="3593592"/>
              <a:ext cx="237743" cy="0"/>
            </a:xfrm>
            <a:prstGeom prst="line">
              <a:avLst/>
            </a:prstGeom>
            <a:ln w="12700">
              <a:solidFill>
                <a:srgbClr val="5858A5"/>
              </a:solidFill>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3931920" y="3401568"/>
              <a:ext cx="859536" cy="384048"/>
            </a:xfrm>
            <a:prstGeom prst="roundRect">
              <a:avLst/>
            </a:prstGeom>
            <a:solidFill>
              <a:srgbClr val="EDEDF9"/>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931920" y="3502152"/>
              <a:ext cx="859536" cy="190821"/>
            </a:xfrm>
            <a:prstGeom prst="rect">
              <a:avLst/>
            </a:prstGeom>
            <a:noFill/>
          </p:spPr>
          <p:txBody>
            <a:bodyPr wrap="square" lIns="27432" tIns="18288" rIns="27432" bIns="18288">
              <a:spAutoFit/>
            </a:bodyPr>
            <a:lstStyle/>
            <a:p>
              <a:pPr algn="ctr">
                <a:defRPr sz="630" b="1">
                  <a:solidFill>
                    <a:srgbClr val="403E80"/>
                  </a:solidFill>
                  <a:latin typeface="Aptos"/>
                </a:defRPr>
              </a:pPr>
              <a:r>
                <a:rPr sz="1000"/>
                <a:t>Refine</a:t>
              </a:r>
            </a:p>
          </p:txBody>
        </p:sp>
        <p:cxnSp>
          <p:nvCxnSpPr>
            <p:cNvPr id="59" name="Connector 58"/>
            <p:cNvCxnSpPr/>
            <p:nvPr/>
          </p:nvCxnSpPr>
          <p:spPr>
            <a:xfrm>
              <a:off x="4809744" y="3593592"/>
              <a:ext cx="237744" cy="0"/>
            </a:xfrm>
            <a:prstGeom prst="line">
              <a:avLst/>
            </a:prstGeom>
            <a:ln w="12700">
              <a:solidFill>
                <a:srgbClr val="5858A5"/>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5074920" y="3401568"/>
              <a:ext cx="859536" cy="384048"/>
            </a:xfrm>
            <a:prstGeom prst="roundRect">
              <a:avLst/>
            </a:prstGeom>
            <a:solidFill>
              <a:srgbClr val="EDEDF9"/>
            </a:solidFill>
            <a:ln w="8890">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074920" y="3502152"/>
              <a:ext cx="859536" cy="190821"/>
            </a:xfrm>
            <a:prstGeom prst="rect">
              <a:avLst/>
            </a:prstGeom>
            <a:noFill/>
          </p:spPr>
          <p:txBody>
            <a:bodyPr wrap="square" lIns="27432" tIns="18288" rIns="27432" bIns="18288">
              <a:spAutoFit/>
            </a:bodyPr>
            <a:lstStyle/>
            <a:p>
              <a:pPr algn="ctr">
                <a:defRPr sz="630" b="1">
                  <a:solidFill>
                    <a:srgbClr val="403E80"/>
                  </a:solidFill>
                  <a:latin typeface="Aptos"/>
                </a:defRPr>
              </a:pPr>
              <a:r>
                <a:rPr sz="1000"/>
                <a:t>Repeat</a:t>
              </a:r>
            </a:p>
          </p:txBody>
        </p:sp>
      </p:grpSp>
      <p:cxnSp>
        <p:nvCxnSpPr>
          <p:cNvPr id="64" name="Connector 63"/>
          <p:cNvCxnSpPr/>
          <p:nvPr/>
        </p:nvCxnSpPr>
        <p:spPr>
          <a:xfrm>
            <a:off x="612648" y="4453128"/>
            <a:ext cx="2935224" cy="0"/>
          </a:xfrm>
          <a:prstGeom prst="line">
            <a:avLst/>
          </a:prstGeom>
          <a:ln w="6350">
            <a:solidFill>
              <a:srgbClr val="E2DFD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12648" y="4695444"/>
            <a:ext cx="2935224" cy="0"/>
          </a:xfrm>
          <a:prstGeom prst="line">
            <a:avLst/>
          </a:prstGeom>
          <a:ln w="6350">
            <a:solidFill>
              <a:srgbClr val="E2DFD8"/>
            </a:solidFill>
          </a:ln>
        </p:spPr>
        <p:style>
          <a:lnRef idx="2">
            <a:schemeClr val="accent1"/>
          </a:lnRef>
          <a:fillRef idx="0">
            <a:schemeClr val="accent1"/>
          </a:fillRef>
          <a:effectRef idx="1">
            <a:schemeClr val="accent1"/>
          </a:effectRef>
          <a:fontRef idx="minor">
            <a:schemeClr val="tx1"/>
          </a:fontRef>
        </p:style>
      </p:cxnSp>
      <p:grpSp>
        <p:nvGrpSpPr>
          <p:cNvPr id="113" name="Group 112">
            <a:extLst>
              <a:ext uri="{FF2B5EF4-FFF2-40B4-BE49-F238E27FC236}">
                <a16:creationId xmlns:a16="http://schemas.microsoft.com/office/drawing/2014/main" id="{8097BCEC-4E30-88F0-CD8E-08F37E854AA3}"/>
              </a:ext>
            </a:extLst>
          </p:cNvPr>
          <p:cNvGrpSpPr/>
          <p:nvPr/>
        </p:nvGrpSpPr>
        <p:grpSpPr>
          <a:xfrm>
            <a:off x="502920" y="3802380"/>
            <a:ext cx="6355080" cy="1764792"/>
            <a:chOff x="502920" y="4069080"/>
            <a:chExt cx="6355080" cy="960120"/>
          </a:xfrm>
        </p:grpSpPr>
        <p:sp>
          <p:nvSpPr>
            <p:cNvPr id="62" name="Rounded Rectangle 61"/>
            <p:cNvSpPr/>
            <p:nvPr/>
          </p:nvSpPr>
          <p:spPr>
            <a:xfrm>
              <a:off x="502920" y="4069080"/>
              <a:ext cx="3154680" cy="960120"/>
            </a:xfrm>
            <a:prstGeom prst="roundRect">
              <a:avLst/>
            </a:prstGeom>
            <a:solidFill>
              <a:srgbClr val="FBFBF9"/>
            </a:solidFill>
            <a:ln w="1143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76072" y="4092488"/>
              <a:ext cx="3008376" cy="130891"/>
            </a:xfrm>
            <a:prstGeom prst="rect">
              <a:avLst/>
            </a:prstGeom>
            <a:noFill/>
          </p:spPr>
          <p:txBody>
            <a:bodyPr wrap="square" lIns="27432" tIns="18288" rIns="27432" bIns="18288">
              <a:spAutoFit/>
            </a:bodyPr>
            <a:lstStyle/>
            <a:p>
              <a:pPr>
                <a:defRPr sz="760" b="1">
                  <a:solidFill>
                    <a:srgbClr val="403E80"/>
                  </a:solidFill>
                  <a:latin typeface="Aptos"/>
                </a:defRPr>
              </a:pPr>
              <a:r>
                <a:rPr sz="1000" dirty="0"/>
                <a:t>What did you create or strengthen?</a:t>
              </a:r>
            </a:p>
          </p:txBody>
        </p:sp>
        <p:sp>
          <p:nvSpPr>
            <p:cNvPr id="66" name="Rounded Rectangle 65"/>
            <p:cNvSpPr/>
            <p:nvPr/>
          </p:nvSpPr>
          <p:spPr>
            <a:xfrm>
              <a:off x="3794760" y="4069080"/>
              <a:ext cx="3063240" cy="960120"/>
            </a:xfrm>
            <a:prstGeom prst="roundRect">
              <a:avLst/>
            </a:prstGeom>
            <a:solidFill>
              <a:srgbClr val="FBFBF9"/>
            </a:solidFill>
            <a:ln w="1143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867912" y="4092488"/>
              <a:ext cx="2916936" cy="130891"/>
            </a:xfrm>
            <a:prstGeom prst="rect">
              <a:avLst/>
            </a:prstGeom>
            <a:noFill/>
          </p:spPr>
          <p:txBody>
            <a:bodyPr wrap="square" lIns="27432" tIns="18288" rIns="27432" bIns="18288">
              <a:spAutoFit/>
            </a:bodyPr>
            <a:lstStyle/>
            <a:p>
              <a:pPr>
                <a:defRPr sz="760" b="1">
                  <a:solidFill>
                    <a:srgbClr val="403E80"/>
                  </a:solidFill>
                  <a:latin typeface="Aptos"/>
                </a:defRPr>
              </a:pPr>
              <a:r>
                <a:rPr sz="1000"/>
                <a:t>What became stronger?</a:t>
              </a:r>
            </a:p>
          </p:txBody>
        </p:sp>
      </p:grpSp>
      <p:sp>
        <p:nvSpPr>
          <p:cNvPr id="70" name="Rounded Rectangle 69"/>
          <p:cNvSpPr/>
          <p:nvPr/>
        </p:nvSpPr>
        <p:spPr>
          <a:xfrm>
            <a:off x="502920" y="5631179"/>
            <a:ext cx="3474720" cy="577225"/>
          </a:xfrm>
          <a:prstGeom prst="roundRect">
            <a:avLst/>
          </a:prstGeom>
          <a:solidFill>
            <a:srgbClr val="F0F6F6"/>
          </a:solidFill>
          <a:ln w="8890">
            <a:solidFill>
              <a:srgbClr val="7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76072" y="5655564"/>
            <a:ext cx="3328415" cy="190821"/>
          </a:xfrm>
          <a:prstGeom prst="rect">
            <a:avLst/>
          </a:prstGeom>
          <a:noFill/>
        </p:spPr>
        <p:txBody>
          <a:bodyPr wrap="square" lIns="27432" tIns="18288" rIns="27432" bIns="18288">
            <a:spAutoFit/>
          </a:bodyPr>
          <a:lstStyle/>
          <a:p>
            <a:pPr>
              <a:defRPr sz="530" b="1">
                <a:solidFill>
                  <a:srgbClr val="403E80"/>
                </a:solidFill>
                <a:latin typeface="Aptos"/>
              </a:defRPr>
            </a:pPr>
            <a:r>
              <a:rPr sz="1000" dirty="0"/>
              <a:t>COACHING PROMPT</a:t>
            </a:r>
          </a:p>
        </p:txBody>
      </p:sp>
      <p:sp>
        <p:nvSpPr>
          <p:cNvPr id="72" name="TextBox 71"/>
          <p:cNvSpPr txBox="1"/>
          <p:nvPr/>
        </p:nvSpPr>
        <p:spPr>
          <a:xfrm>
            <a:off x="576072" y="5827776"/>
            <a:ext cx="3328415" cy="344710"/>
          </a:xfrm>
          <a:prstGeom prst="rect">
            <a:avLst/>
          </a:prstGeom>
          <a:noFill/>
        </p:spPr>
        <p:txBody>
          <a:bodyPr wrap="square" lIns="27432" tIns="18288" rIns="27432" bIns="18288">
            <a:spAutoFit/>
          </a:bodyPr>
          <a:lstStyle/>
          <a:p>
            <a:pPr>
              <a:defRPr sz="700" b="0">
                <a:solidFill>
                  <a:srgbClr val="1C1D1B"/>
                </a:solidFill>
                <a:latin typeface="Aptos"/>
              </a:defRPr>
            </a:pPr>
            <a:r>
              <a:rPr sz="1000" dirty="0"/>
              <a:t>Which suggestions genuinely improved the work? Which should you ignore?</a:t>
            </a:r>
          </a:p>
        </p:txBody>
      </p:sp>
      <p:sp>
        <p:nvSpPr>
          <p:cNvPr id="73" name="Rounded Rectangle 72"/>
          <p:cNvSpPr/>
          <p:nvPr/>
        </p:nvSpPr>
        <p:spPr>
          <a:xfrm>
            <a:off x="4160520" y="5623560"/>
            <a:ext cx="2697480" cy="562606"/>
          </a:xfrm>
          <a:prstGeom prst="roundRect">
            <a:avLst/>
          </a:prstGeom>
          <a:solidFill>
            <a:srgbClr val="FFFAE7"/>
          </a:solidFill>
          <a:ln w="8890">
            <a:solidFill>
              <a:srgbClr val="E1C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233672" y="5710428"/>
            <a:ext cx="320040" cy="190821"/>
          </a:xfrm>
          <a:prstGeom prst="rect">
            <a:avLst/>
          </a:prstGeom>
          <a:noFill/>
        </p:spPr>
        <p:txBody>
          <a:bodyPr wrap="square" lIns="27432" tIns="18288" rIns="27432" bIns="18288">
            <a:spAutoFit/>
          </a:bodyPr>
          <a:lstStyle/>
          <a:p>
            <a:pPr>
              <a:defRPr sz="550" b="1">
                <a:solidFill>
                  <a:srgbClr val="403E80"/>
                </a:solidFill>
                <a:latin typeface="Aptos"/>
              </a:defRPr>
            </a:pPr>
            <a:r>
              <a:rPr sz="1000" dirty="0"/>
              <a:t>TIP</a:t>
            </a:r>
          </a:p>
        </p:txBody>
      </p:sp>
      <p:sp>
        <p:nvSpPr>
          <p:cNvPr id="75" name="TextBox 74"/>
          <p:cNvSpPr txBox="1"/>
          <p:nvPr/>
        </p:nvSpPr>
        <p:spPr>
          <a:xfrm>
            <a:off x="4572000" y="5679948"/>
            <a:ext cx="2221992" cy="498598"/>
          </a:xfrm>
          <a:prstGeom prst="rect">
            <a:avLst/>
          </a:prstGeom>
          <a:noFill/>
        </p:spPr>
        <p:txBody>
          <a:bodyPr wrap="square" lIns="27432" tIns="18288" rIns="27432" bIns="18288">
            <a:spAutoFit/>
          </a:bodyPr>
          <a:lstStyle/>
          <a:p>
            <a:pPr>
              <a:defRPr sz="680" b="0">
                <a:solidFill>
                  <a:srgbClr val="1C1D1B"/>
                </a:solidFill>
                <a:latin typeface="Aptos"/>
              </a:defRPr>
            </a:pPr>
            <a:r>
              <a:rPr sz="1000" dirty="0"/>
              <a:t>Keep what improves the work. Discard what does not. Human judgment still matters.</a:t>
            </a:r>
          </a:p>
        </p:txBody>
      </p:sp>
      <p:sp>
        <p:nvSpPr>
          <p:cNvPr id="77" name="Oval 76"/>
          <p:cNvSpPr/>
          <p:nvPr/>
        </p:nvSpPr>
        <p:spPr>
          <a:xfrm>
            <a:off x="7424927" y="1444752"/>
            <a:ext cx="274320" cy="274320"/>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424927" y="1485900"/>
            <a:ext cx="274320" cy="201168"/>
          </a:xfrm>
          <a:prstGeom prst="rect">
            <a:avLst/>
          </a:prstGeom>
          <a:noFill/>
        </p:spPr>
        <p:txBody>
          <a:bodyPr wrap="square" lIns="27432" tIns="18288" rIns="27432" bIns="18288">
            <a:spAutoFit/>
          </a:bodyPr>
          <a:lstStyle/>
          <a:p>
            <a:pPr algn="ctr">
              <a:defRPr sz="850" b="1">
                <a:solidFill>
                  <a:srgbClr val="FFFFFF"/>
                </a:solidFill>
                <a:latin typeface="Aptos"/>
              </a:defRPr>
            </a:pPr>
            <a:r>
              <a:t>6</a:t>
            </a:r>
          </a:p>
        </p:txBody>
      </p:sp>
      <p:sp>
        <p:nvSpPr>
          <p:cNvPr id="79" name="TextBox 78"/>
          <p:cNvSpPr txBox="1"/>
          <p:nvPr/>
        </p:nvSpPr>
        <p:spPr>
          <a:xfrm>
            <a:off x="7772400" y="1476756"/>
            <a:ext cx="3950208" cy="283154"/>
          </a:xfrm>
          <a:prstGeom prst="rect">
            <a:avLst/>
          </a:prstGeom>
          <a:noFill/>
        </p:spPr>
        <p:txBody>
          <a:bodyPr wrap="square" lIns="27432" tIns="18288" rIns="27432" bIns="18288">
            <a:spAutoFit/>
          </a:bodyPr>
          <a:lstStyle/>
          <a:p>
            <a:pPr>
              <a:defRPr sz="1150" b="1">
                <a:solidFill>
                  <a:srgbClr val="1C1D1B"/>
                </a:solidFill>
                <a:latin typeface="Aptos"/>
              </a:defRPr>
            </a:pPr>
            <a:r>
              <a:rPr sz="1600"/>
              <a:t>COMMIT TO A NEW PRACTICE</a:t>
            </a:r>
          </a:p>
        </p:txBody>
      </p:sp>
      <p:sp>
        <p:nvSpPr>
          <p:cNvPr id="80" name="TextBox 79"/>
          <p:cNvSpPr txBox="1"/>
          <p:nvPr/>
        </p:nvSpPr>
        <p:spPr>
          <a:xfrm>
            <a:off x="7424927" y="1783080"/>
            <a:ext cx="2057400" cy="190821"/>
          </a:xfrm>
          <a:prstGeom prst="rect">
            <a:avLst/>
          </a:prstGeom>
          <a:noFill/>
        </p:spPr>
        <p:txBody>
          <a:bodyPr wrap="square" lIns="27432" tIns="18288" rIns="27432" bIns="18288">
            <a:spAutoFit/>
          </a:bodyPr>
          <a:lstStyle/>
          <a:p>
            <a:pPr>
              <a:defRPr sz="640" b="1">
                <a:solidFill>
                  <a:srgbClr val="403E80"/>
                </a:solidFill>
                <a:latin typeface="Aptos"/>
              </a:defRPr>
            </a:pPr>
            <a:r>
              <a:rPr sz="1000" dirty="0"/>
              <a:t>Why it matters</a:t>
            </a:r>
          </a:p>
        </p:txBody>
      </p:sp>
      <p:sp>
        <p:nvSpPr>
          <p:cNvPr id="81" name="TextBox 80"/>
          <p:cNvSpPr txBox="1"/>
          <p:nvPr/>
        </p:nvSpPr>
        <p:spPr>
          <a:xfrm>
            <a:off x="7424927" y="1929384"/>
            <a:ext cx="2057400" cy="344710"/>
          </a:xfrm>
          <a:prstGeom prst="rect">
            <a:avLst/>
          </a:prstGeom>
          <a:noFill/>
        </p:spPr>
        <p:txBody>
          <a:bodyPr wrap="square" lIns="27432" tIns="18288" rIns="27432" bIns="18288">
            <a:spAutoFit/>
          </a:bodyPr>
          <a:lstStyle/>
          <a:p>
            <a:pPr>
              <a:defRPr sz="710" b="0">
                <a:solidFill>
                  <a:srgbClr val="5C5952"/>
                </a:solidFill>
                <a:latin typeface="Aptos"/>
              </a:defRPr>
            </a:pPr>
            <a:r>
              <a:rPr sz="1000"/>
              <a:t>Today's improvement should become tomorrow's habit.</a:t>
            </a:r>
          </a:p>
        </p:txBody>
      </p:sp>
      <p:sp>
        <p:nvSpPr>
          <p:cNvPr id="82" name="TextBox 81"/>
          <p:cNvSpPr txBox="1"/>
          <p:nvPr/>
        </p:nvSpPr>
        <p:spPr>
          <a:xfrm>
            <a:off x="7424927" y="2313432"/>
            <a:ext cx="2057400" cy="190821"/>
          </a:xfrm>
          <a:prstGeom prst="rect">
            <a:avLst/>
          </a:prstGeom>
          <a:noFill/>
        </p:spPr>
        <p:txBody>
          <a:bodyPr wrap="square" lIns="27432" tIns="18288" rIns="27432" bIns="18288">
            <a:spAutoFit/>
          </a:bodyPr>
          <a:lstStyle/>
          <a:p>
            <a:pPr>
              <a:defRPr sz="640" b="1">
                <a:solidFill>
                  <a:srgbClr val="403E80"/>
                </a:solidFill>
                <a:latin typeface="Aptos"/>
              </a:defRPr>
            </a:pPr>
            <a:r>
              <a:rPr sz="1000"/>
              <a:t>What to do</a:t>
            </a:r>
          </a:p>
        </p:txBody>
      </p:sp>
      <p:sp>
        <p:nvSpPr>
          <p:cNvPr id="83" name="TextBox 82"/>
          <p:cNvSpPr txBox="1"/>
          <p:nvPr/>
        </p:nvSpPr>
        <p:spPr>
          <a:xfrm>
            <a:off x="7424927" y="2459736"/>
            <a:ext cx="2057400" cy="344710"/>
          </a:xfrm>
          <a:prstGeom prst="rect">
            <a:avLst/>
          </a:prstGeom>
          <a:noFill/>
        </p:spPr>
        <p:txBody>
          <a:bodyPr wrap="square" lIns="27432" tIns="18288" rIns="27432" bIns="18288">
            <a:spAutoFit/>
          </a:bodyPr>
          <a:lstStyle/>
          <a:p>
            <a:pPr>
              <a:defRPr sz="710" b="0">
                <a:solidFill>
                  <a:srgbClr val="5C5952"/>
                </a:solidFill>
                <a:latin typeface="Aptos"/>
              </a:defRPr>
            </a:pPr>
            <a:r>
              <a:rPr sz="1000"/>
              <a:t>Choose one practice you will use with future work.</a:t>
            </a:r>
          </a:p>
        </p:txBody>
      </p:sp>
      <p:sp>
        <p:nvSpPr>
          <p:cNvPr id="84" name="TextBox 83"/>
          <p:cNvSpPr txBox="1"/>
          <p:nvPr/>
        </p:nvSpPr>
        <p:spPr>
          <a:xfrm>
            <a:off x="9646920" y="1805940"/>
            <a:ext cx="1188720" cy="175433"/>
          </a:xfrm>
          <a:prstGeom prst="rect">
            <a:avLst/>
          </a:prstGeom>
          <a:noFill/>
        </p:spPr>
        <p:txBody>
          <a:bodyPr wrap="square" lIns="27432" tIns="18288" rIns="27432" bIns="18288">
            <a:spAutoFit/>
          </a:bodyPr>
          <a:lstStyle/>
          <a:p>
            <a:pPr>
              <a:defRPr sz="650" b="1">
                <a:solidFill>
                  <a:srgbClr val="403E80"/>
                </a:solidFill>
                <a:latin typeface="Aptos"/>
              </a:defRPr>
            </a:pPr>
            <a:r>
              <a:rPr sz="900" dirty="0"/>
              <a:t>Examples</a:t>
            </a:r>
          </a:p>
        </p:txBody>
      </p:sp>
      <p:sp>
        <p:nvSpPr>
          <p:cNvPr id="85" name="Oval 84"/>
          <p:cNvSpPr/>
          <p:nvPr/>
        </p:nvSpPr>
        <p:spPr>
          <a:xfrm>
            <a:off x="9646920" y="204368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774936" y="1993392"/>
            <a:ext cx="2057400" cy="175433"/>
          </a:xfrm>
          <a:prstGeom prst="rect">
            <a:avLst/>
          </a:prstGeom>
          <a:noFill/>
        </p:spPr>
        <p:txBody>
          <a:bodyPr wrap="square" lIns="27432" tIns="18288" rIns="27432" bIns="18288">
            <a:spAutoFit/>
          </a:bodyPr>
          <a:lstStyle/>
          <a:p>
            <a:pPr>
              <a:defRPr sz="570" b="0">
                <a:solidFill>
                  <a:srgbClr val="1C1D1B"/>
                </a:solidFill>
                <a:latin typeface="Aptos"/>
              </a:defRPr>
            </a:pPr>
            <a:r>
              <a:rPr sz="900" dirty="0"/>
              <a:t>Before every executive presentation...</a:t>
            </a:r>
          </a:p>
        </p:txBody>
      </p:sp>
      <p:sp>
        <p:nvSpPr>
          <p:cNvPr id="87" name="Oval 86"/>
          <p:cNvSpPr/>
          <p:nvPr/>
        </p:nvSpPr>
        <p:spPr>
          <a:xfrm>
            <a:off x="9646920" y="222656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774936" y="2176272"/>
            <a:ext cx="1883664" cy="175433"/>
          </a:xfrm>
          <a:prstGeom prst="rect">
            <a:avLst/>
          </a:prstGeom>
          <a:noFill/>
        </p:spPr>
        <p:txBody>
          <a:bodyPr wrap="square" lIns="27432" tIns="18288" rIns="27432" bIns="18288">
            <a:spAutoFit/>
          </a:bodyPr>
          <a:lstStyle/>
          <a:p>
            <a:pPr>
              <a:defRPr sz="570" b="0">
                <a:solidFill>
                  <a:srgbClr val="1C1D1B"/>
                </a:solidFill>
                <a:latin typeface="Aptos"/>
              </a:defRPr>
            </a:pPr>
            <a:r>
              <a:rPr sz="900"/>
              <a:t>Before every recommendation...</a:t>
            </a:r>
          </a:p>
        </p:txBody>
      </p:sp>
      <p:sp>
        <p:nvSpPr>
          <p:cNvPr id="89" name="Oval 88"/>
          <p:cNvSpPr/>
          <p:nvPr/>
        </p:nvSpPr>
        <p:spPr>
          <a:xfrm>
            <a:off x="9646920" y="240944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9774936" y="2359152"/>
            <a:ext cx="1883664" cy="175433"/>
          </a:xfrm>
          <a:prstGeom prst="rect">
            <a:avLst/>
          </a:prstGeom>
          <a:noFill/>
        </p:spPr>
        <p:txBody>
          <a:bodyPr wrap="square" lIns="27432" tIns="18288" rIns="27432" bIns="18288">
            <a:spAutoFit/>
          </a:bodyPr>
          <a:lstStyle/>
          <a:p>
            <a:pPr>
              <a:defRPr sz="570" b="0">
                <a:solidFill>
                  <a:srgbClr val="1C1D1B"/>
                </a:solidFill>
                <a:latin typeface="Aptos"/>
              </a:defRPr>
            </a:pPr>
            <a:r>
              <a:rPr sz="900"/>
              <a:t>Before every strategy document...</a:t>
            </a:r>
          </a:p>
        </p:txBody>
      </p:sp>
      <p:sp>
        <p:nvSpPr>
          <p:cNvPr id="91" name="Oval 90"/>
          <p:cNvSpPr/>
          <p:nvPr/>
        </p:nvSpPr>
        <p:spPr>
          <a:xfrm>
            <a:off x="9646920" y="2592324"/>
            <a:ext cx="73152" cy="73152"/>
          </a:xfrm>
          <a:prstGeom prst="ellipse">
            <a:avLst/>
          </a:prstGeom>
          <a:solidFill>
            <a:srgbClr val="5858A5"/>
          </a:solidFill>
          <a:ln>
            <a:solidFill>
              <a:srgbClr val="585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774936" y="2542032"/>
            <a:ext cx="2103118" cy="175433"/>
          </a:xfrm>
          <a:prstGeom prst="rect">
            <a:avLst/>
          </a:prstGeom>
          <a:noFill/>
        </p:spPr>
        <p:txBody>
          <a:bodyPr wrap="square" lIns="27432" tIns="18288" rIns="27432" bIns="18288">
            <a:spAutoFit/>
          </a:bodyPr>
          <a:lstStyle/>
          <a:p>
            <a:pPr>
              <a:defRPr sz="570" b="0">
                <a:solidFill>
                  <a:srgbClr val="1C1D1B"/>
                </a:solidFill>
                <a:latin typeface="Aptos"/>
              </a:defRPr>
            </a:pPr>
            <a:r>
              <a:rPr sz="900" dirty="0"/>
              <a:t>Before every important communication...</a:t>
            </a:r>
          </a:p>
        </p:txBody>
      </p:sp>
      <p:sp>
        <p:nvSpPr>
          <p:cNvPr id="93" name="Rounded Rectangle 92"/>
          <p:cNvSpPr/>
          <p:nvPr/>
        </p:nvSpPr>
        <p:spPr>
          <a:xfrm>
            <a:off x="7424927" y="2852927"/>
            <a:ext cx="4224528" cy="1339597"/>
          </a:xfrm>
          <a:prstGeom prst="roundRect">
            <a:avLst/>
          </a:prstGeom>
          <a:solidFill>
            <a:srgbClr val="FBFBF9"/>
          </a:solidFill>
          <a:ln w="1143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7498079" y="2926080"/>
            <a:ext cx="4078224" cy="190821"/>
          </a:xfrm>
          <a:prstGeom prst="rect">
            <a:avLst/>
          </a:prstGeom>
          <a:noFill/>
        </p:spPr>
        <p:txBody>
          <a:bodyPr wrap="square" lIns="27432" tIns="18288" rIns="27432" bIns="18288">
            <a:spAutoFit/>
          </a:bodyPr>
          <a:lstStyle/>
          <a:p>
            <a:pPr>
              <a:defRPr sz="760" b="1">
                <a:solidFill>
                  <a:srgbClr val="403E80"/>
                </a:solidFill>
                <a:latin typeface="Aptos"/>
              </a:defRPr>
            </a:pPr>
            <a:r>
              <a:rPr sz="1000" dirty="0"/>
              <a:t>Before I create work like this again, I will use AI to...</a:t>
            </a:r>
          </a:p>
        </p:txBody>
      </p:sp>
      <p:grpSp>
        <p:nvGrpSpPr>
          <p:cNvPr id="117" name="Group 116">
            <a:extLst>
              <a:ext uri="{FF2B5EF4-FFF2-40B4-BE49-F238E27FC236}">
                <a16:creationId xmlns:a16="http://schemas.microsoft.com/office/drawing/2014/main" id="{8E541C14-560B-0D7A-4873-F30897BDD9B6}"/>
              </a:ext>
            </a:extLst>
          </p:cNvPr>
          <p:cNvGrpSpPr/>
          <p:nvPr/>
        </p:nvGrpSpPr>
        <p:grpSpPr>
          <a:xfrm>
            <a:off x="7424927" y="4297260"/>
            <a:ext cx="4224529" cy="988281"/>
            <a:chOff x="7424927" y="3977639"/>
            <a:chExt cx="4224529" cy="502920"/>
          </a:xfrm>
        </p:grpSpPr>
        <p:sp>
          <p:nvSpPr>
            <p:cNvPr id="97" name="Rounded Rectangle 96"/>
            <p:cNvSpPr/>
            <p:nvPr/>
          </p:nvSpPr>
          <p:spPr>
            <a:xfrm>
              <a:off x="7424927" y="3977639"/>
              <a:ext cx="1965960" cy="502920"/>
            </a:xfrm>
            <a:prstGeom prst="roundRect">
              <a:avLst/>
            </a:prstGeom>
            <a:solidFill>
              <a:srgbClr val="FBFBF9"/>
            </a:solidFill>
            <a:ln w="1143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498079" y="3992624"/>
              <a:ext cx="1819656" cy="97106"/>
            </a:xfrm>
            <a:prstGeom prst="rect">
              <a:avLst/>
            </a:prstGeom>
            <a:noFill/>
          </p:spPr>
          <p:txBody>
            <a:bodyPr wrap="square" lIns="27432" tIns="18288" rIns="27432" bIns="18288">
              <a:spAutoFit/>
            </a:bodyPr>
            <a:lstStyle/>
            <a:p>
              <a:pPr>
                <a:defRPr sz="760" b="1">
                  <a:solidFill>
                    <a:srgbClr val="403E80"/>
                  </a:solidFill>
                  <a:latin typeface="Aptos"/>
                </a:defRPr>
              </a:pPr>
              <a:r>
                <a:rPr sz="1000" dirty="0"/>
                <a:t>I will try this by...</a:t>
              </a:r>
            </a:p>
          </p:txBody>
        </p:sp>
        <p:sp>
          <p:nvSpPr>
            <p:cNvPr id="100" name="Rounded Rectangle 99"/>
            <p:cNvSpPr/>
            <p:nvPr/>
          </p:nvSpPr>
          <p:spPr>
            <a:xfrm>
              <a:off x="9555480" y="3977639"/>
              <a:ext cx="2093976" cy="502920"/>
            </a:xfrm>
            <a:prstGeom prst="roundRect">
              <a:avLst/>
            </a:prstGeom>
            <a:solidFill>
              <a:srgbClr val="FBFBF9"/>
            </a:solidFill>
            <a:ln w="11430">
              <a:solidFill>
                <a:srgbClr val="D3CF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9628632" y="3992624"/>
              <a:ext cx="1947672" cy="97106"/>
            </a:xfrm>
            <a:prstGeom prst="rect">
              <a:avLst/>
            </a:prstGeom>
            <a:noFill/>
          </p:spPr>
          <p:txBody>
            <a:bodyPr wrap="square" lIns="27432" tIns="18288" rIns="27432" bIns="18288">
              <a:spAutoFit/>
            </a:bodyPr>
            <a:lstStyle/>
            <a:p>
              <a:pPr>
                <a:defRPr sz="760" b="1">
                  <a:solidFill>
                    <a:srgbClr val="403E80"/>
                  </a:solidFill>
                  <a:latin typeface="Aptos"/>
                </a:defRPr>
              </a:pPr>
              <a:r>
                <a:rPr sz="1000"/>
                <a:t>The improvement I hope to see...</a:t>
              </a:r>
            </a:p>
          </p:txBody>
        </p:sp>
      </p:grpSp>
      <p:grpSp>
        <p:nvGrpSpPr>
          <p:cNvPr id="116" name="Group 115">
            <a:extLst>
              <a:ext uri="{FF2B5EF4-FFF2-40B4-BE49-F238E27FC236}">
                <a16:creationId xmlns:a16="http://schemas.microsoft.com/office/drawing/2014/main" id="{18BB8A6E-87DE-8619-6D0B-4F15FAB1C521}"/>
              </a:ext>
            </a:extLst>
          </p:cNvPr>
          <p:cNvGrpSpPr/>
          <p:nvPr/>
        </p:nvGrpSpPr>
        <p:grpSpPr>
          <a:xfrm>
            <a:off x="7424927" y="5372100"/>
            <a:ext cx="4224528" cy="411480"/>
            <a:chOff x="7424927" y="5196840"/>
            <a:chExt cx="4224528" cy="411480"/>
          </a:xfrm>
        </p:grpSpPr>
        <p:sp>
          <p:nvSpPr>
            <p:cNvPr id="103" name="Rounded Rectangle 102"/>
            <p:cNvSpPr/>
            <p:nvPr/>
          </p:nvSpPr>
          <p:spPr>
            <a:xfrm>
              <a:off x="7424927" y="5196840"/>
              <a:ext cx="4224528" cy="411480"/>
            </a:xfrm>
            <a:prstGeom prst="roundRect">
              <a:avLst/>
            </a:prstGeom>
            <a:solidFill>
              <a:srgbClr val="F0F6F6"/>
            </a:solidFill>
            <a:ln w="8890">
              <a:solidFill>
                <a:srgbClr val="7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498079" y="5228844"/>
              <a:ext cx="4078224" cy="190821"/>
            </a:xfrm>
            <a:prstGeom prst="rect">
              <a:avLst/>
            </a:prstGeom>
            <a:noFill/>
          </p:spPr>
          <p:txBody>
            <a:bodyPr wrap="square" lIns="27432" tIns="18288" rIns="27432" bIns="18288">
              <a:spAutoFit/>
            </a:bodyPr>
            <a:lstStyle/>
            <a:p>
              <a:pPr>
                <a:defRPr sz="530" b="1">
                  <a:solidFill>
                    <a:srgbClr val="403E80"/>
                  </a:solidFill>
                  <a:latin typeface="Aptos"/>
                </a:defRPr>
              </a:pPr>
              <a:r>
                <a:rPr sz="1000" dirty="0"/>
                <a:t>COACHING PROMPT</a:t>
              </a:r>
            </a:p>
          </p:txBody>
        </p:sp>
        <p:sp>
          <p:nvSpPr>
            <p:cNvPr id="105" name="TextBox 104"/>
            <p:cNvSpPr txBox="1"/>
            <p:nvPr/>
          </p:nvSpPr>
          <p:spPr>
            <a:xfrm>
              <a:off x="7498079" y="5370576"/>
              <a:ext cx="4078224" cy="190821"/>
            </a:xfrm>
            <a:prstGeom prst="rect">
              <a:avLst/>
            </a:prstGeom>
            <a:noFill/>
          </p:spPr>
          <p:txBody>
            <a:bodyPr wrap="square" lIns="27432" tIns="18288" rIns="27432" bIns="18288">
              <a:spAutoFit/>
            </a:bodyPr>
            <a:lstStyle/>
            <a:p>
              <a:pPr>
                <a:defRPr sz="700" b="0">
                  <a:solidFill>
                    <a:srgbClr val="1C1D1B"/>
                  </a:solidFill>
                  <a:latin typeface="Aptos"/>
                </a:defRPr>
              </a:pPr>
              <a:r>
                <a:rPr sz="1000"/>
                <a:t>How will this change the way you work - not just this piece of work?</a:t>
              </a:r>
            </a:p>
          </p:txBody>
        </p:sp>
      </p:grpSp>
      <p:sp>
        <p:nvSpPr>
          <p:cNvPr id="106" name="Rounded Rectangle 105"/>
          <p:cNvSpPr/>
          <p:nvPr/>
        </p:nvSpPr>
        <p:spPr>
          <a:xfrm>
            <a:off x="7432547" y="5839968"/>
            <a:ext cx="4224528" cy="384048"/>
          </a:xfrm>
          <a:prstGeom prst="roundRect">
            <a:avLst/>
          </a:prstGeom>
          <a:solidFill>
            <a:srgbClr val="FFFAE7"/>
          </a:solidFill>
          <a:ln w="8890">
            <a:solidFill>
              <a:srgbClr val="E1CA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7505699" y="5903976"/>
            <a:ext cx="320040" cy="190821"/>
          </a:xfrm>
          <a:prstGeom prst="rect">
            <a:avLst/>
          </a:prstGeom>
          <a:noFill/>
        </p:spPr>
        <p:txBody>
          <a:bodyPr wrap="square" lIns="27432" tIns="18288" rIns="27432" bIns="18288">
            <a:spAutoFit/>
          </a:bodyPr>
          <a:lstStyle/>
          <a:p>
            <a:pPr>
              <a:defRPr sz="550" b="1">
                <a:solidFill>
                  <a:srgbClr val="403E80"/>
                </a:solidFill>
                <a:latin typeface="Aptos"/>
              </a:defRPr>
            </a:pPr>
            <a:r>
              <a:rPr sz="1000" dirty="0"/>
              <a:t>TIP</a:t>
            </a:r>
          </a:p>
        </p:txBody>
      </p:sp>
      <p:sp>
        <p:nvSpPr>
          <p:cNvPr id="108" name="TextBox 107"/>
          <p:cNvSpPr txBox="1"/>
          <p:nvPr/>
        </p:nvSpPr>
        <p:spPr>
          <a:xfrm>
            <a:off x="7844027" y="5903976"/>
            <a:ext cx="3749039" cy="344710"/>
          </a:xfrm>
          <a:prstGeom prst="rect">
            <a:avLst/>
          </a:prstGeom>
          <a:noFill/>
        </p:spPr>
        <p:txBody>
          <a:bodyPr wrap="square" lIns="27432" tIns="18288" rIns="27432" bIns="18288">
            <a:spAutoFit/>
          </a:bodyPr>
          <a:lstStyle/>
          <a:p>
            <a:pPr>
              <a:defRPr sz="680" b="0">
                <a:solidFill>
                  <a:srgbClr val="1C1D1B"/>
                </a:solidFill>
                <a:latin typeface="Aptos"/>
              </a:defRPr>
            </a:pPr>
            <a:r>
              <a:rPr sz="1000"/>
              <a:t>Do not just improve today's work. Improve how you will approach the next one.</a:t>
            </a:r>
          </a:p>
        </p:txBody>
      </p:sp>
      <p:sp>
        <p:nvSpPr>
          <p:cNvPr id="114" name="TextBox 113">
            <a:extLst>
              <a:ext uri="{FF2B5EF4-FFF2-40B4-BE49-F238E27FC236}">
                <a16:creationId xmlns:a16="http://schemas.microsoft.com/office/drawing/2014/main" id="{558EBE9E-C48B-FF2F-CA9D-2AC89DA1099F}"/>
              </a:ext>
            </a:extLst>
          </p:cNvPr>
          <p:cNvSpPr txBox="1"/>
          <p:nvPr/>
        </p:nvSpPr>
        <p:spPr>
          <a:xfrm>
            <a:off x="548640" y="4029908"/>
            <a:ext cx="3108960" cy="1477328"/>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p:txBody>
      </p:sp>
      <p:sp>
        <p:nvSpPr>
          <p:cNvPr id="115" name="TextBox 114">
            <a:extLst>
              <a:ext uri="{FF2B5EF4-FFF2-40B4-BE49-F238E27FC236}">
                <a16:creationId xmlns:a16="http://schemas.microsoft.com/office/drawing/2014/main" id="{02AAEFB4-A5A1-216B-14F0-B726B3AA77F3}"/>
              </a:ext>
            </a:extLst>
          </p:cNvPr>
          <p:cNvSpPr txBox="1"/>
          <p:nvPr/>
        </p:nvSpPr>
        <p:spPr>
          <a:xfrm>
            <a:off x="3817620" y="4029908"/>
            <a:ext cx="3108960" cy="1477328"/>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a:p>
            <a:endParaRPr lang="en-US" sz="1000" dirty="0"/>
          </a:p>
        </p:txBody>
      </p:sp>
      <p:sp>
        <p:nvSpPr>
          <p:cNvPr id="118" name="TextBox 117">
            <a:extLst>
              <a:ext uri="{FF2B5EF4-FFF2-40B4-BE49-F238E27FC236}">
                <a16:creationId xmlns:a16="http://schemas.microsoft.com/office/drawing/2014/main" id="{525767E4-F711-AFBC-5549-31494508932A}"/>
              </a:ext>
            </a:extLst>
          </p:cNvPr>
          <p:cNvSpPr txBox="1"/>
          <p:nvPr/>
        </p:nvSpPr>
        <p:spPr>
          <a:xfrm>
            <a:off x="7505698" y="3076549"/>
            <a:ext cx="4152901" cy="1015663"/>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a:p>
            <a:endParaRPr lang="en-US" sz="1000" dirty="0"/>
          </a:p>
          <a:p>
            <a:endParaRPr lang="en-US" sz="1000" dirty="0"/>
          </a:p>
        </p:txBody>
      </p:sp>
      <p:sp>
        <p:nvSpPr>
          <p:cNvPr id="119" name="TextBox 118">
            <a:extLst>
              <a:ext uri="{FF2B5EF4-FFF2-40B4-BE49-F238E27FC236}">
                <a16:creationId xmlns:a16="http://schemas.microsoft.com/office/drawing/2014/main" id="{9C10C1E2-DA73-E0FD-18DF-17049D6B93D9}"/>
              </a:ext>
            </a:extLst>
          </p:cNvPr>
          <p:cNvSpPr txBox="1"/>
          <p:nvPr/>
        </p:nvSpPr>
        <p:spPr>
          <a:xfrm>
            <a:off x="7443216" y="4508414"/>
            <a:ext cx="1947671" cy="707886"/>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p:txBody>
      </p:sp>
      <p:sp>
        <p:nvSpPr>
          <p:cNvPr id="120" name="TextBox 119">
            <a:extLst>
              <a:ext uri="{FF2B5EF4-FFF2-40B4-BE49-F238E27FC236}">
                <a16:creationId xmlns:a16="http://schemas.microsoft.com/office/drawing/2014/main" id="{1F1F98D6-AACA-3935-179A-1D2D1BEC4299}"/>
              </a:ext>
            </a:extLst>
          </p:cNvPr>
          <p:cNvSpPr txBox="1"/>
          <p:nvPr/>
        </p:nvSpPr>
        <p:spPr>
          <a:xfrm>
            <a:off x="9622536" y="4516034"/>
            <a:ext cx="1947671" cy="707886"/>
          </a:xfrm>
          <a:prstGeom prst="rect">
            <a:avLst/>
          </a:prstGeom>
          <a:noFill/>
        </p:spPr>
        <p:txBody>
          <a:bodyPr wrap="square" rtlCol="0">
            <a:spAutoFit/>
          </a:bodyPr>
          <a:lstStyle/>
          <a:p>
            <a:r>
              <a:rPr lang="en-US" sz="1000" dirty="0"/>
              <a:t>Type here…</a:t>
            </a:r>
          </a:p>
          <a:p>
            <a:endParaRPr lang="en-US" sz="1000" dirty="0"/>
          </a:p>
          <a:p>
            <a:endParaRPr lang="en-US" sz="1000" dirty="0"/>
          </a:p>
          <a:p>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A6A6"/>
          </a:solidFill>
          <a:ln w="12700">
            <a:solidFill>
              <a:srgbClr val="00A6A6"/>
            </a:solidFill>
            <a:prstDash val="solid"/>
          </a:ln>
        </p:spPr>
        <p:txBody>
          <a:bodyPr/>
          <a:lstStyle/>
          <a:p>
            <a:endParaRPr lang="en-US"/>
          </a:p>
        </p:txBody>
      </p:sp>
      <p:sp>
        <p:nvSpPr>
          <p:cNvPr id="3" name="Text 1"/>
          <p:cNvSpPr/>
          <p:nvPr/>
        </p:nvSpPr>
        <p:spPr>
          <a:xfrm>
            <a:off x="320040" y="201168"/>
            <a:ext cx="2240280" cy="201168"/>
          </a:xfrm>
          <a:prstGeom prst="rect">
            <a:avLst/>
          </a:prstGeom>
          <a:noFill/>
          <a:ln/>
        </p:spPr>
        <p:txBody>
          <a:bodyPr wrap="square" lIns="508" tIns="508" rIns="508" bIns="508" rtlCol="0" anchor="ctr">
            <a:normAutofit/>
          </a:bodyPr>
          <a:lstStyle/>
          <a:p>
            <a:pPr marL="0" indent="0">
              <a:buNone/>
            </a:pPr>
            <a:r>
              <a:rPr lang="en-US" sz="850" b="1" dirty="0">
                <a:solidFill>
                  <a:srgbClr val="008C8C"/>
                </a:solidFill>
                <a:latin typeface="Aptos" pitchFamily="34" charset="0"/>
                <a:ea typeface="Aptos" pitchFamily="34" charset="-122"/>
                <a:cs typeface="Aptos" pitchFamily="34" charset="-120"/>
              </a:rPr>
              <a:t>CAPABILITY ENHANCEMENT</a:t>
            </a:r>
            <a:endParaRPr lang="en-US" sz="850" dirty="0"/>
          </a:p>
        </p:txBody>
      </p:sp>
      <p:sp>
        <p:nvSpPr>
          <p:cNvPr id="4" name="Text 2"/>
          <p:cNvSpPr/>
          <p:nvPr/>
        </p:nvSpPr>
        <p:spPr>
          <a:xfrm>
            <a:off x="320040" y="429768"/>
            <a:ext cx="5669280" cy="310896"/>
          </a:xfrm>
          <a:prstGeom prst="rect">
            <a:avLst/>
          </a:prstGeom>
          <a:noFill/>
          <a:ln/>
        </p:spPr>
        <p:txBody>
          <a:bodyPr wrap="square" lIns="0" tIns="0" rIns="0" bIns="0" rtlCol="0" anchor="ctr">
            <a:normAutofit lnSpcReduction="10000"/>
          </a:bodyPr>
          <a:lstStyle/>
          <a:p>
            <a:pPr marL="0" indent="0">
              <a:buNone/>
            </a:pPr>
            <a:r>
              <a:rPr lang="en-US" sz="2100" b="1" dirty="0">
                <a:solidFill>
                  <a:srgbClr val="171717"/>
                </a:solidFill>
                <a:latin typeface="Aptos" pitchFamily="34" charset="0"/>
                <a:ea typeface="Aptos" pitchFamily="34" charset="-122"/>
                <a:cs typeface="Aptos" pitchFamily="34" charset="-120"/>
              </a:rPr>
              <a:t>AI Quick Start Card: Think with AI</a:t>
            </a:r>
            <a:endParaRPr lang="en-US" sz="2100" dirty="0"/>
          </a:p>
        </p:txBody>
      </p:sp>
      <p:sp>
        <p:nvSpPr>
          <p:cNvPr id="5" name="Text 3"/>
          <p:cNvSpPr/>
          <p:nvPr/>
        </p:nvSpPr>
        <p:spPr>
          <a:xfrm>
            <a:off x="329184" y="768096"/>
            <a:ext cx="6400800" cy="256032"/>
          </a:xfrm>
          <a:prstGeom prst="rect">
            <a:avLst/>
          </a:prstGeom>
          <a:noFill/>
          <a:ln/>
        </p:spPr>
        <p:txBody>
          <a:bodyPr wrap="square" lIns="508" tIns="508" rIns="508" bIns="508" rtlCol="0" anchor="ctr">
            <a:normAutofit/>
          </a:bodyPr>
          <a:lstStyle/>
          <a:p>
            <a:pPr marL="0" indent="0">
              <a:buNone/>
            </a:pPr>
            <a:r>
              <a:rPr lang="en-US" sz="1050" dirty="0">
                <a:solidFill>
                  <a:srgbClr val="222222"/>
                </a:solidFill>
                <a:latin typeface="Aptos" pitchFamily="34" charset="0"/>
                <a:ea typeface="Aptos" pitchFamily="34" charset="-122"/>
                <a:cs typeface="Aptos" pitchFamily="34" charset="-120"/>
              </a:rPr>
              <a:t>Use AI as a thinking partner before you improve the work.</a:t>
            </a:r>
            <a:endParaRPr lang="en-US" sz="1050" dirty="0"/>
          </a:p>
        </p:txBody>
      </p:sp>
      <p:sp>
        <p:nvSpPr>
          <p:cNvPr id="6" name="Text 4"/>
          <p:cNvSpPr/>
          <p:nvPr/>
        </p:nvSpPr>
        <p:spPr>
          <a:xfrm>
            <a:off x="6903720" y="292608"/>
            <a:ext cx="914400" cy="164592"/>
          </a:xfrm>
          <a:prstGeom prst="rect">
            <a:avLst/>
          </a:prstGeom>
          <a:noFill/>
          <a:ln/>
        </p:spPr>
        <p:txBody>
          <a:bodyPr wrap="square" lIns="508" tIns="508" rIns="508" bIns="508" rtlCol="0" anchor="ctr">
            <a:normAutofit/>
          </a:bodyPr>
          <a:lstStyle/>
          <a:p>
            <a:pPr marL="0" indent="0">
              <a:buNone/>
            </a:pPr>
            <a:r>
              <a:rPr lang="en-US" sz="850" b="1" dirty="0">
                <a:solidFill>
                  <a:srgbClr val="6B7280"/>
                </a:solidFill>
                <a:latin typeface="Aptos" pitchFamily="34" charset="0"/>
                <a:ea typeface="Aptos" pitchFamily="34" charset="-122"/>
                <a:cs typeface="Aptos" pitchFamily="34" charset="-120"/>
              </a:rPr>
              <a:t>Use during</a:t>
            </a:r>
            <a:endParaRPr lang="en-US" sz="850" dirty="0"/>
          </a:p>
        </p:txBody>
      </p:sp>
      <p:sp>
        <p:nvSpPr>
          <p:cNvPr id="7" name="Shape 5"/>
          <p:cNvSpPr/>
          <p:nvPr/>
        </p:nvSpPr>
        <p:spPr>
          <a:xfrm>
            <a:off x="6903720" y="530352"/>
            <a:ext cx="164592" cy="164592"/>
          </a:xfrm>
          <a:prstGeom prst="ellipse">
            <a:avLst/>
          </a:prstGeom>
          <a:solidFill>
            <a:srgbClr val="00A6A6"/>
          </a:solidFill>
          <a:ln w="12700">
            <a:solidFill>
              <a:srgbClr val="00A6A6"/>
            </a:solidFill>
            <a:prstDash val="solid"/>
          </a:ln>
        </p:spPr>
        <p:txBody>
          <a:bodyPr/>
          <a:lstStyle/>
          <a:p>
            <a:endParaRPr lang="en-US"/>
          </a:p>
        </p:txBody>
      </p:sp>
      <p:sp>
        <p:nvSpPr>
          <p:cNvPr id="8" name="Text 6"/>
          <p:cNvSpPr/>
          <p:nvPr/>
        </p:nvSpPr>
        <p:spPr>
          <a:xfrm>
            <a:off x="6739128" y="740664"/>
            <a:ext cx="566928" cy="164592"/>
          </a:xfrm>
          <a:prstGeom prst="rect">
            <a:avLst/>
          </a:prstGeom>
          <a:noFill/>
          <a:ln/>
        </p:spPr>
        <p:txBody>
          <a:bodyPr wrap="square" lIns="508" tIns="508" rIns="508" bIns="508" rtlCol="0" anchor="ctr">
            <a:normAutofit/>
          </a:bodyPr>
          <a:lstStyle/>
          <a:p>
            <a:pPr marL="0" indent="0" algn="ctr">
              <a:buNone/>
            </a:pPr>
            <a:r>
              <a:rPr lang="en-US" sz="750" b="1" dirty="0">
                <a:solidFill>
                  <a:srgbClr val="171717"/>
                </a:solidFill>
                <a:latin typeface="Aptos" pitchFamily="34" charset="0"/>
                <a:ea typeface="Aptos" pitchFamily="34" charset="-122"/>
                <a:cs typeface="Aptos" pitchFamily="34" charset="-120"/>
              </a:rPr>
              <a:t>Choose</a:t>
            </a:r>
            <a:endParaRPr lang="en-US" sz="750" dirty="0"/>
          </a:p>
        </p:txBody>
      </p:sp>
      <p:sp>
        <p:nvSpPr>
          <p:cNvPr id="9" name="Shape 7"/>
          <p:cNvSpPr/>
          <p:nvPr/>
        </p:nvSpPr>
        <p:spPr>
          <a:xfrm>
            <a:off x="7104888" y="612648"/>
            <a:ext cx="384048" cy="0"/>
          </a:xfrm>
          <a:prstGeom prst="line">
            <a:avLst/>
          </a:prstGeom>
          <a:noFill/>
          <a:ln w="12700">
            <a:solidFill>
              <a:srgbClr val="9CA3AF"/>
            </a:solidFill>
            <a:prstDash val="solid"/>
          </a:ln>
        </p:spPr>
        <p:txBody>
          <a:bodyPr/>
          <a:lstStyle/>
          <a:p>
            <a:endParaRPr lang="en-US"/>
          </a:p>
        </p:txBody>
      </p:sp>
      <p:sp>
        <p:nvSpPr>
          <p:cNvPr id="10" name="Shape 8"/>
          <p:cNvSpPr/>
          <p:nvPr/>
        </p:nvSpPr>
        <p:spPr>
          <a:xfrm>
            <a:off x="7690104" y="530352"/>
            <a:ext cx="164592" cy="164592"/>
          </a:xfrm>
          <a:prstGeom prst="ellipse">
            <a:avLst/>
          </a:prstGeom>
          <a:solidFill>
            <a:srgbClr val="00A6A6"/>
          </a:solidFill>
          <a:ln w="12700">
            <a:solidFill>
              <a:srgbClr val="00A6A6"/>
            </a:solidFill>
            <a:prstDash val="solid"/>
          </a:ln>
        </p:spPr>
        <p:txBody>
          <a:bodyPr/>
          <a:lstStyle/>
          <a:p>
            <a:endParaRPr lang="en-US"/>
          </a:p>
        </p:txBody>
      </p:sp>
      <p:sp>
        <p:nvSpPr>
          <p:cNvPr id="11" name="Text 9"/>
          <p:cNvSpPr/>
          <p:nvPr/>
        </p:nvSpPr>
        <p:spPr>
          <a:xfrm>
            <a:off x="7525512" y="740664"/>
            <a:ext cx="566928" cy="164592"/>
          </a:xfrm>
          <a:prstGeom prst="rect">
            <a:avLst/>
          </a:prstGeom>
          <a:noFill/>
          <a:ln/>
        </p:spPr>
        <p:txBody>
          <a:bodyPr wrap="square" lIns="508" tIns="508" rIns="508" bIns="508" rtlCol="0" anchor="ctr">
            <a:normAutofit/>
          </a:bodyPr>
          <a:lstStyle/>
          <a:p>
            <a:pPr marL="0" indent="0" algn="ctr">
              <a:buNone/>
            </a:pPr>
            <a:r>
              <a:rPr lang="en-US" sz="750" b="1" dirty="0">
                <a:solidFill>
                  <a:srgbClr val="171717"/>
                </a:solidFill>
                <a:latin typeface="Aptos" pitchFamily="34" charset="0"/>
                <a:ea typeface="Aptos" pitchFamily="34" charset="-122"/>
                <a:cs typeface="Aptos" pitchFamily="34" charset="-120"/>
              </a:rPr>
              <a:t>Examine</a:t>
            </a:r>
            <a:endParaRPr lang="en-US" sz="750" dirty="0"/>
          </a:p>
        </p:txBody>
      </p:sp>
      <p:sp>
        <p:nvSpPr>
          <p:cNvPr id="12" name="Shape 10"/>
          <p:cNvSpPr/>
          <p:nvPr/>
        </p:nvSpPr>
        <p:spPr>
          <a:xfrm>
            <a:off x="7891272" y="612648"/>
            <a:ext cx="384048" cy="0"/>
          </a:xfrm>
          <a:prstGeom prst="line">
            <a:avLst/>
          </a:prstGeom>
          <a:noFill/>
          <a:ln w="12700">
            <a:solidFill>
              <a:srgbClr val="9CA3AF"/>
            </a:solidFill>
            <a:prstDash val="solid"/>
          </a:ln>
        </p:spPr>
        <p:txBody>
          <a:bodyPr/>
          <a:lstStyle/>
          <a:p>
            <a:endParaRPr lang="en-US"/>
          </a:p>
        </p:txBody>
      </p:sp>
      <p:sp>
        <p:nvSpPr>
          <p:cNvPr id="13" name="Shape 11"/>
          <p:cNvSpPr/>
          <p:nvPr/>
        </p:nvSpPr>
        <p:spPr>
          <a:xfrm>
            <a:off x="8476488" y="530352"/>
            <a:ext cx="164592" cy="164592"/>
          </a:xfrm>
          <a:prstGeom prst="ellipse">
            <a:avLst/>
          </a:prstGeom>
          <a:solidFill>
            <a:srgbClr val="00A6A6"/>
          </a:solidFill>
          <a:ln w="12700">
            <a:solidFill>
              <a:srgbClr val="00A6A6"/>
            </a:solidFill>
            <a:prstDash val="solid"/>
          </a:ln>
        </p:spPr>
        <p:txBody>
          <a:bodyPr/>
          <a:lstStyle/>
          <a:p>
            <a:endParaRPr lang="en-US"/>
          </a:p>
        </p:txBody>
      </p:sp>
      <p:sp>
        <p:nvSpPr>
          <p:cNvPr id="14" name="Text 12"/>
          <p:cNvSpPr/>
          <p:nvPr/>
        </p:nvSpPr>
        <p:spPr>
          <a:xfrm>
            <a:off x="8311896" y="740664"/>
            <a:ext cx="566928" cy="164592"/>
          </a:xfrm>
          <a:prstGeom prst="rect">
            <a:avLst/>
          </a:prstGeom>
          <a:noFill/>
          <a:ln/>
        </p:spPr>
        <p:txBody>
          <a:bodyPr wrap="square" lIns="508" tIns="508" rIns="508" bIns="508" rtlCol="0" anchor="ctr">
            <a:normAutofit/>
          </a:bodyPr>
          <a:lstStyle/>
          <a:p>
            <a:pPr marL="0" indent="0" algn="ctr">
              <a:buNone/>
            </a:pPr>
            <a:r>
              <a:rPr lang="en-US" sz="750" b="1" dirty="0">
                <a:solidFill>
                  <a:srgbClr val="171717"/>
                </a:solidFill>
                <a:latin typeface="Aptos" pitchFamily="34" charset="0"/>
                <a:ea typeface="Aptos" pitchFamily="34" charset="-122"/>
                <a:cs typeface="Aptos" pitchFamily="34" charset="-120"/>
              </a:rPr>
              <a:t>Find</a:t>
            </a:r>
            <a:endParaRPr lang="en-US" sz="750" dirty="0"/>
          </a:p>
        </p:txBody>
      </p:sp>
      <p:sp>
        <p:nvSpPr>
          <p:cNvPr id="15" name="Shape 13"/>
          <p:cNvSpPr/>
          <p:nvPr/>
        </p:nvSpPr>
        <p:spPr>
          <a:xfrm>
            <a:off x="8677656" y="612648"/>
            <a:ext cx="384048" cy="0"/>
          </a:xfrm>
          <a:prstGeom prst="line">
            <a:avLst/>
          </a:prstGeom>
          <a:noFill/>
          <a:ln w="12700">
            <a:solidFill>
              <a:srgbClr val="9CA3AF"/>
            </a:solidFill>
            <a:prstDash val="solid"/>
          </a:ln>
        </p:spPr>
        <p:txBody>
          <a:bodyPr/>
          <a:lstStyle/>
          <a:p>
            <a:endParaRPr lang="en-US"/>
          </a:p>
        </p:txBody>
      </p:sp>
      <p:sp>
        <p:nvSpPr>
          <p:cNvPr id="16" name="Shape 14"/>
          <p:cNvSpPr/>
          <p:nvPr/>
        </p:nvSpPr>
        <p:spPr>
          <a:xfrm>
            <a:off x="9262872" y="530352"/>
            <a:ext cx="164592" cy="164592"/>
          </a:xfrm>
          <a:prstGeom prst="ellipse">
            <a:avLst/>
          </a:prstGeom>
          <a:solidFill>
            <a:srgbClr val="00A6A6"/>
          </a:solidFill>
          <a:ln w="12700">
            <a:solidFill>
              <a:srgbClr val="00A6A6"/>
            </a:solidFill>
            <a:prstDash val="solid"/>
          </a:ln>
        </p:spPr>
        <p:txBody>
          <a:bodyPr/>
          <a:lstStyle/>
          <a:p>
            <a:endParaRPr lang="en-US"/>
          </a:p>
        </p:txBody>
      </p:sp>
      <p:sp>
        <p:nvSpPr>
          <p:cNvPr id="17" name="Text 15"/>
          <p:cNvSpPr/>
          <p:nvPr/>
        </p:nvSpPr>
        <p:spPr>
          <a:xfrm>
            <a:off x="9098280" y="740664"/>
            <a:ext cx="566928" cy="164592"/>
          </a:xfrm>
          <a:prstGeom prst="rect">
            <a:avLst/>
          </a:prstGeom>
          <a:noFill/>
          <a:ln/>
        </p:spPr>
        <p:txBody>
          <a:bodyPr wrap="square" lIns="508" tIns="508" rIns="508" bIns="508" rtlCol="0" anchor="ctr">
            <a:normAutofit/>
          </a:bodyPr>
          <a:lstStyle/>
          <a:p>
            <a:pPr marL="0" indent="0" algn="ctr">
              <a:buNone/>
            </a:pPr>
            <a:r>
              <a:rPr lang="en-US" sz="750" b="1" dirty="0">
                <a:solidFill>
                  <a:srgbClr val="171717"/>
                </a:solidFill>
                <a:latin typeface="Aptos" pitchFamily="34" charset="0"/>
                <a:ea typeface="Aptos" pitchFamily="34" charset="-122"/>
                <a:cs typeface="Aptos" pitchFamily="34" charset="-120"/>
              </a:rPr>
              <a:t>Choose</a:t>
            </a:r>
            <a:endParaRPr lang="en-US" sz="750" dirty="0"/>
          </a:p>
        </p:txBody>
      </p:sp>
      <p:sp>
        <p:nvSpPr>
          <p:cNvPr id="18" name="Shape 16"/>
          <p:cNvSpPr/>
          <p:nvPr/>
        </p:nvSpPr>
        <p:spPr>
          <a:xfrm>
            <a:off x="9464040" y="612648"/>
            <a:ext cx="384048" cy="0"/>
          </a:xfrm>
          <a:prstGeom prst="line">
            <a:avLst/>
          </a:prstGeom>
          <a:noFill/>
          <a:ln w="12700">
            <a:solidFill>
              <a:srgbClr val="9CA3AF"/>
            </a:solidFill>
            <a:prstDash val="solid"/>
          </a:ln>
        </p:spPr>
        <p:txBody>
          <a:bodyPr/>
          <a:lstStyle/>
          <a:p>
            <a:endParaRPr lang="en-US"/>
          </a:p>
        </p:txBody>
      </p:sp>
      <p:sp>
        <p:nvSpPr>
          <p:cNvPr id="19" name="Shape 17"/>
          <p:cNvSpPr/>
          <p:nvPr/>
        </p:nvSpPr>
        <p:spPr>
          <a:xfrm>
            <a:off x="10049256" y="530352"/>
            <a:ext cx="164592" cy="164592"/>
          </a:xfrm>
          <a:prstGeom prst="ellipse">
            <a:avLst/>
          </a:prstGeom>
          <a:solidFill>
            <a:srgbClr val="FFFFFF"/>
          </a:solidFill>
          <a:ln w="12700">
            <a:solidFill>
              <a:srgbClr val="9CA3AF"/>
            </a:solidFill>
            <a:prstDash val="solid"/>
          </a:ln>
        </p:spPr>
        <p:txBody>
          <a:bodyPr/>
          <a:lstStyle/>
          <a:p>
            <a:endParaRPr lang="en-US"/>
          </a:p>
        </p:txBody>
      </p:sp>
      <p:sp>
        <p:nvSpPr>
          <p:cNvPr id="20" name="Text 18"/>
          <p:cNvSpPr/>
          <p:nvPr/>
        </p:nvSpPr>
        <p:spPr>
          <a:xfrm>
            <a:off x="9884664" y="740664"/>
            <a:ext cx="566928" cy="164592"/>
          </a:xfrm>
          <a:prstGeom prst="rect">
            <a:avLst/>
          </a:prstGeom>
          <a:noFill/>
          <a:ln/>
        </p:spPr>
        <p:txBody>
          <a:bodyPr wrap="square" lIns="508" tIns="508" rIns="508" bIns="508" rtlCol="0" anchor="ctr">
            <a:normAutofit/>
          </a:bodyPr>
          <a:lstStyle/>
          <a:p>
            <a:pPr marL="0" indent="0" algn="ctr">
              <a:buNone/>
            </a:pPr>
            <a:r>
              <a:rPr lang="en-US" sz="750" dirty="0">
                <a:solidFill>
                  <a:srgbClr val="6B7280"/>
                </a:solidFill>
                <a:latin typeface="Aptos" pitchFamily="34" charset="0"/>
                <a:ea typeface="Aptos" pitchFamily="34" charset="-122"/>
                <a:cs typeface="Aptos" pitchFamily="34" charset="-120"/>
              </a:rPr>
              <a:t>Build</a:t>
            </a:r>
            <a:endParaRPr lang="en-US" sz="750" dirty="0"/>
          </a:p>
        </p:txBody>
      </p:sp>
      <p:sp>
        <p:nvSpPr>
          <p:cNvPr id="21" name="Shape 19"/>
          <p:cNvSpPr/>
          <p:nvPr/>
        </p:nvSpPr>
        <p:spPr>
          <a:xfrm>
            <a:off x="10250424" y="612648"/>
            <a:ext cx="384048" cy="0"/>
          </a:xfrm>
          <a:prstGeom prst="line">
            <a:avLst/>
          </a:prstGeom>
          <a:noFill/>
          <a:ln w="12700">
            <a:solidFill>
              <a:srgbClr val="9CA3AF"/>
            </a:solidFill>
            <a:prstDash val="solid"/>
          </a:ln>
        </p:spPr>
        <p:txBody>
          <a:bodyPr/>
          <a:lstStyle/>
          <a:p>
            <a:endParaRPr lang="en-US"/>
          </a:p>
        </p:txBody>
      </p:sp>
      <p:sp>
        <p:nvSpPr>
          <p:cNvPr id="22" name="Shape 20"/>
          <p:cNvSpPr/>
          <p:nvPr/>
        </p:nvSpPr>
        <p:spPr>
          <a:xfrm>
            <a:off x="10835640" y="530352"/>
            <a:ext cx="164592" cy="164592"/>
          </a:xfrm>
          <a:prstGeom prst="ellipse">
            <a:avLst/>
          </a:prstGeom>
          <a:solidFill>
            <a:srgbClr val="FFFFFF"/>
          </a:solidFill>
          <a:ln w="12700">
            <a:solidFill>
              <a:srgbClr val="9CA3AF"/>
            </a:solidFill>
            <a:prstDash val="solid"/>
          </a:ln>
        </p:spPr>
        <p:txBody>
          <a:bodyPr/>
          <a:lstStyle/>
          <a:p>
            <a:endParaRPr lang="en-US"/>
          </a:p>
        </p:txBody>
      </p:sp>
      <p:sp>
        <p:nvSpPr>
          <p:cNvPr id="23" name="Text 21"/>
          <p:cNvSpPr/>
          <p:nvPr/>
        </p:nvSpPr>
        <p:spPr>
          <a:xfrm>
            <a:off x="10671048" y="740664"/>
            <a:ext cx="566928" cy="164592"/>
          </a:xfrm>
          <a:prstGeom prst="rect">
            <a:avLst/>
          </a:prstGeom>
          <a:noFill/>
          <a:ln/>
        </p:spPr>
        <p:txBody>
          <a:bodyPr wrap="square" lIns="508" tIns="508" rIns="508" bIns="508" rtlCol="0" anchor="ctr">
            <a:normAutofit/>
          </a:bodyPr>
          <a:lstStyle/>
          <a:p>
            <a:pPr marL="0" indent="0" algn="ctr">
              <a:buNone/>
            </a:pPr>
            <a:r>
              <a:rPr lang="en-US" sz="750" dirty="0">
                <a:solidFill>
                  <a:srgbClr val="6B7280"/>
                </a:solidFill>
                <a:latin typeface="Aptos" pitchFamily="34" charset="0"/>
                <a:ea typeface="Aptos" pitchFamily="34" charset="-122"/>
                <a:cs typeface="Aptos" pitchFamily="34" charset="-120"/>
              </a:rPr>
              <a:t>Practice</a:t>
            </a:r>
            <a:endParaRPr lang="en-US" sz="750" dirty="0"/>
          </a:p>
        </p:txBody>
      </p:sp>
      <p:sp>
        <p:nvSpPr>
          <p:cNvPr id="24" name="Text 22"/>
          <p:cNvSpPr/>
          <p:nvPr/>
        </p:nvSpPr>
        <p:spPr>
          <a:xfrm>
            <a:off x="10195560" y="201168"/>
            <a:ext cx="1645920" cy="182880"/>
          </a:xfrm>
          <a:prstGeom prst="rect">
            <a:avLst/>
          </a:prstGeom>
          <a:noFill/>
          <a:ln/>
        </p:spPr>
        <p:txBody>
          <a:bodyPr wrap="square" lIns="508" tIns="508" rIns="508" bIns="508" rtlCol="0" anchor="ctr">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Manager Activation</a:t>
            </a:r>
            <a:endParaRPr lang="en-US" sz="850" dirty="0"/>
          </a:p>
        </p:txBody>
      </p:sp>
      <p:sp>
        <p:nvSpPr>
          <p:cNvPr id="25" name="Shape 23"/>
          <p:cNvSpPr/>
          <p:nvPr/>
        </p:nvSpPr>
        <p:spPr>
          <a:xfrm>
            <a:off x="320040" y="1078992"/>
            <a:ext cx="11548872" cy="384048"/>
          </a:xfrm>
          <a:prstGeom prst="roundRect">
            <a:avLst>
              <a:gd name="adj" fmla="val 19048"/>
            </a:avLst>
          </a:prstGeom>
          <a:solidFill>
            <a:srgbClr val="E6F6F6"/>
          </a:solidFill>
          <a:ln w="12700">
            <a:solidFill>
              <a:srgbClr val="CDEEEE"/>
            </a:solidFill>
            <a:prstDash val="solid"/>
          </a:ln>
        </p:spPr>
        <p:txBody>
          <a:bodyPr/>
          <a:lstStyle/>
          <a:p>
            <a:endParaRPr lang="en-US"/>
          </a:p>
        </p:txBody>
      </p:sp>
      <p:sp>
        <p:nvSpPr>
          <p:cNvPr id="26" name="Text 24"/>
          <p:cNvSpPr/>
          <p:nvPr/>
        </p:nvSpPr>
        <p:spPr>
          <a:xfrm>
            <a:off x="502920" y="1152144"/>
            <a:ext cx="11155680" cy="219456"/>
          </a:xfrm>
          <a:prstGeom prst="rect">
            <a:avLst/>
          </a:prstGeom>
          <a:noFill/>
          <a:ln/>
        </p:spPr>
        <p:txBody>
          <a:bodyPr wrap="square" lIns="508" tIns="508" rIns="508" bIns="508" rtlCol="0" anchor="ctr">
            <a:normAutofit/>
          </a:bodyPr>
          <a:lstStyle/>
          <a:p>
            <a:pPr marL="0" indent="0">
              <a:buNone/>
            </a:pPr>
            <a:r>
              <a:rPr lang="en-US" sz="1050" b="1" dirty="0">
                <a:solidFill>
                  <a:srgbClr val="222222"/>
                </a:solidFill>
                <a:latin typeface="Aptos" pitchFamily="34" charset="0"/>
                <a:ea typeface="Aptos" pitchFamily="34" charset="-122"/>
                <a:cs typeface="Aptos" pitchFamily="34" charset="-120"/>
              </a:rPr>
              <a:t>Do not ask AI to improve the work immediately. First, use AI to understand the work, find the highest-value opportunity, and decide how AI can best strengthen it.</a:t>
            </a:r>
            <a:endParaRPr lang="en-US" sz="1050" dirty="0"/>
          </a:p>
        </p:txBody>
      </p:sp>
      <p:sp>
        <p:nvSpPr>
          <p:cNvPr id="27" name="Shape 25"/>
          <p:cNvSpPr/>
          <p:nvPr/>
        </p:nvSpPr>
        <p:spPr>
          <a:xfrm>
            <a:off x="320040" y="1664208"/>
            <a:ext cx="3703320" cy="2057400"/>
          </a:xfrm>
          <a:prstGeom prst="roundRect">
            <a:avLst>
              <a:gd name="adj" fmla="val 3556"/>
            </a:avLst>
          </a:prstGeom>
          <a:solidFill>
            <a:srgbClr val="FFFFFF"/>
          </a:solidFill>
          <a:ln w="15240">
            <a:solidFill>
              <a:srgbClr val="D1D5DB"/>
            </a:solidFill>
            <a:prstDash val="solid"/>
          </a:ln>
        </p:spPr>
        <p:txBody>
          <a:bodyPr/>
          <a:lstStyle/>
          <a:p>
            <a:endParaRPr lang="en-US"/>
          </a:p>
        </p:txBody>
      </p:sp>
      <p:sp>
        <p:nvSpPr>
          <p:cNvPr id="28" name="Shape 26"/>
          <p:cNvSpPr/>
          <p:nvPr/>
        </p:nvSpPr>
        <p:spPr>
          <a:xfrm>
            <a:off x="429768" y="1773936"/>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29" name="Text 27"/>
          <p:cNvSpPr/>
          <p:nvPr/>
        </p:nvSpPr>
        <p:spPr>
          <a:xfrm>
            <a:off x="429768" y="1842516"/>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30" name="Text 28"/>
          <p:cNvSpPr/>
          <p:nvPr/>
        </p:nvSpPr>
        <p:spPr>
          <a:xfrm>
            <a:off x="822960" y="1773936"/>
            <a:ext cx="3044952"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Help Me Choose the Right Work</a:t>
            </a:r>
            <a:endParaRPr lang="en-US" sz="1230" dirty="0"/>
          </a:p>
        </p:txBody>
      </p:sp>
      <p:sp>
        <p:nvSpPr>
          <p:cNvPr id="31" name="Text 29"/>
          <p:cNvSpPr/>
          <p:nvPr/>
        </p:nvSpPr>
        <p:spPr>
          <a:xfrm>
            <a:off x="484632" y="2139696"/>
            <a:ext cx="3374136"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you are not sure what to improve</a:t>
            </a:r>
            <a:endParaRPr lang="en-US" sz="970" dirty="0"/>
          </a:p>
        </p:txBody>
      </p:sp>
      <p:sp>
        <p:nvSpPr>
          <p:cNvPr id="32" name="Shape 30"/>
          <p:cNvSpPr/>
          <p:nvPr/>
        </p:nvSpPr>
        <p:spPr>
          <a:xfrm>
            <a:off x="484632" y="2414016"/>
            <a:ext cx="3374136" cy="0"/>
          </a:xfrm>
          <a:prstGeom prst="line">
            <a:avLst/>
          </a:prstGeom>
          <a:noFill/>
          <a:ln w="12700">
            <a:solidFill>
              <a:srgbClr val="E5E7EB"/>
            </a:solidFill>
            <a:prstDash val="solid"/>
          </a:ln>
        </p:spPr>
        <p:txBody>
          <a:bodyPr/>
          <a:lstStyle/>
          <a:p>
            <a:endParaRPr lang="en-US"/>
          </a:p>
        </p:txBody>
      </p:sp>
      <p:sp>
        <p:nvSpPr>
          <p:cNvPr id="33" name="Text 31"/>
          <p:cNvSpPr/>
          <p:nvPr/>
        </p:nvSpPr>
        <p:spPr>
          <a:xfrm>
            <a:off x="484632" y="2505456"/>
            <a:ext cx="3374136" cy="1124712"/>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I want to run a Capability Enhancement Sprint. Below are several types of work I regularly create. Help me identify which one would benefit most from stronger thinking or could create more value if improved. Explain your reasoning and ask clarifying questions if needed.</a:t>
            </a:r>
            <a:endParaRPr lang="en-US" sz="1000" dirty="0"/>
          </a:p>
        </p:txBody>
      </p:sp>
      <p:sp>
        <p:nvSpPr>
          <p:cNvPr id="34" name="Shape 32"/>
          <p:cNvSpPr/>
          <p:nvPr/>
        </p:nvSpPr>
        <p:spPr>
          <a:xfrm>
            <a:off x="4197096" y="1664208"/>
            <a:ext cx="3703320" cy="2057400"/>
          </a:xfrm>
          <a:prstGeom prst="roundRect">
            <a:avLst>
              <a:gd name="adj" fmla="val 3556"/>
            </a:avLst>
          </a:prstGeom>
          <a:solidFill>
            <a:srgbClr val="FFFFFF"/>
          </a:solidFill>
          <a:ln w="15240">
            <a:solidFill>
              <a:srgbClr val="D1D5DB"/>
            </a:solidFill>
            <a:prstDash val="solid"/>
          </a:ln>
        </p:spPr>
        <p:txBody>
          <a:bodyPr/>
          <a:lstStyle/>
          <a:p>
            <a:endParaRPr lang="en-US"/>
          </a:p>
        </p:txBody>
      </p:sp>
      <p:sp>
        <p:nvSpPr>
          <p:cNvPr id="35" name="Shape 33"/>
          <p:cNvSpPr/>
          <p:nvPr/>
        </p:nvSpPr>
        <p:spPr>
          <a:xfrm>
            <a:off x="4306824" y="1773936"/>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36" name="Text 34"/>
          <p:cNvSpPr/>
          <p:nvPr/>
        </p:nvSpPr>
        <p:spPr>
          <a:xfrm>
            <a:off x="4306824" y="1842516"/>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37" name="Text 35"/>
          <p:cNvSpPr/>
          <p:nvPr/>
        </p:nvSpPr>
        <p:spPr>
          <a:xfrm>
            <a:off x="4700016" y="1773936"/>
            <a:ext cx="3044952"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Help Me Understand This Work</a:t>
            </a:r>
            <a:endParaRPr lang="en-US" sz="1230" dirty="0"/>
          </a:p>
        </p:txBody>
      </p:sp>
      <p:sp>
        <p:nvSpPr>
          <p:cNvPr id="38" name="Text 36"/>
          <p:cNvSpPr/>
          <p:nvPr/>
        </p:nvSpPr>
        <p:spPr>
          <a:xfrm>
            <a:off x="4361688" y="2139696"/>
            <a:ext cx="3374136"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you want to understand the work before changing it</a:t>
            </a:r>
            <a:endParaRPr lang="en-US" sz="970" dirty="0"/>
          </a:p>
        </p:txBody>
      </p:sp>
      <p:sp>
        <p:nvSpPr>
          <p:cNvPr id="39" name="Shape 37"/>
          <p:cNvSpPr/>
          <p:nvPr/>
        </p:nvSpPr>
        <p:spPr>
          <a:xfrm>
            <a:off x="4361688" y="2414016"/>
            <a:ext cx="3374136" cy="0"/>
          </a:xfrm>
          <a:prstGeom prst="line">
            <a:avLst/>
          </a:prstGeom>
          <a:noFill/>
          <a:ln w="12700">
            <a:solidFill>
              <a:srgbClr val="E5E7EB"/>
            </a:solidFill>
            <a:prstDash val="solid"/>
          </a:ln>
        </p:spPr>
        <p:txBody>
          <a:bodyPr/>
          <a:lstStyle/>
          <a:p>
            <a:endParaRPr lang="en-US"/>
          </a:p>
        </p:txBody>
      </p:sp>
      <p:sp>
        <p:nvSpPr>
          <p:cNvPr id="40" name="Text 38"/>
          <p:cNvSpPr/>
          <p:nvPr/>
        </p:nvSpPr>
        <p:spPr>
          <a:xfrm>
            <a:off x="4361688" y="2505456"/>
            <a:ext cx="3374136" cy="1124712"/>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I am preparing for a Capability Enhancement Sprint. Below is the work I want to improve. Help me understand what this work is trying to accomplish, who it serves, what success looks like, and what already works well. Do not suggest improvements yet.</a:t>
            </a:r>
            <a:endParaRPr lang="en-US" sz="1000" dirty="0"/>
          </a:p>
        </p:txBody>
      </p:sp>
      <p:sp>
        <p:nvSpPr>
          <p:cNvPr id="41" name="Shape 39"/>
          <p:cNvSpPr/>
          <p:nvPr/>
        </p:nvSpPr>
        <p:spPr>
          <a:xfrm>
            <a:off x="8074152" y="1664208"/>
            <a:ext cx="3703320" cy="2057400"/>
          </a:xfrm>
          <a:prstGeom prst="roundRect">
            <a:avLst>
              <a:gd name="adj" fmla="val 3556"/>
            </a:avLst>
          </a:prstGeom>
          <a:solidFill>
            <a:srgbClr val="FFFFFF"/>
          </a:solidFill>
          <a:ln w="15240">
            <a:solidFill>
              <a:srgbClr val="D1D5DB"/>
            </a:solidFill>
            <a:prstDash val="solid"/>
          </a:ln>
        </p:spPr>
        <p:txBody>
          <a:bodyPr/>
          <a:lstStyle/>
          <a:p>
            <a:endParaRPr lang="en-US"/>
          </a:p>
        </p:txBody>
      </p:sp>
      <p:sp>
        <p:nvSpPr>
          <p:cNvPr id="42" name="Shape 40"/>
          <p:cNvSpPr/>
          <p:nvPr/>
        </p:nvSpPr>
        <p:spPr>
          <a:xfrm>
            <a:off x="8183880" y="1773936"/>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43" name="Text 41"/>
          <p:cNvSpPr/>
          <p:nvPr/>
        </p:nvSpPr>
        <p:spPr>
          <a:xfrm>
            <a:off x="8183880" y="1842516"/>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44" name="Text 42"/>
          <p:cNvSpPr/>
          <p:nvPr/>
        </p:nvSpPr>
        <p:spPr>
          <a:xfrm>
            <a:off x="8577072" y="1773936"/>
            <a:ext cx="3044952"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Find the Biggest Enhancement Opportunity</a:t>
            </a:r>
            <a:endParaRPr lang="en-US" sz="1230" dirty="0"/>
          </a:p>
        </p:txBody>
      </p:sp>
      <p:sp>
        <p:nvSpPr>
          <p:cNvPr id="45" name="Text 43"/>
          <p:cNvSpPr/>
          <p:nvPr/>
        </p:nvSpPr>
        <p:spPr>
          <a:xfrm>
            <a:off x="8238744" y="2139696"/>
            <a:ext cx="3374136"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you have examined the work and need focus</a:t>
            </a:r>
            <a:endParaRPr lang="en-US" sz="970" dirty="0"/>
          </a:p>
        </p:txBody>
      </p:sp>
      <p:sp>
        <p:nvSpPr>
          <p:cNvPr id="46" name="Shape 44"/>
          <p:cNvSpPr/>
          <p:nvPr/>
        </p:nvSpPr>
        <p:spPr>
          <a:xfrm>
            <a:off x="8238744" y="2414016"/>
            <a:ext cx="3374136" cy="0"/>
          </a:xfrm>
          <a:prstGeom prst="line">
            <a:avLst/>
          </a:prstGeom>
          <a:noFill/>
          <a:ln w="12700">
            <a:solidFill>
              <a:srgbClr val="E5E7EB"/>
            </a:solidFill>
            <a:prstDash val="solid"/>
          </a:ln>
        </p:spPr>
        <p:txBody>
          <a:bodyPr/>
          <a:lstStyle/>
          <a:p>
            <a:endParaRPr lang="en-US"/>
          </a:p>
        </p:txBody>
      </p:sp>
      <p:sp>
        <p:nvSpPr>
          <p:cNvPr id="47" name="Text 45"/>
          <p:cNvSpPr/>
          <p:nvPr/>
        </p:nvSpPr>
        <p:spPr>
          <a:xfrm>
            <a:off x="8238744" y="2505456"/>
            <a:ext cx="3374136" cy="1124712"/>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I am working through a Capability Enhancement Canvas. Below is the work and my notes so far. Help me identify the one improvement that would create the biggest increase in value. Do not rewrite the work yet. Challenge my assumptions and help me choose the highest-impact opportunity.</a:t>
            </a:r>
            <a:endParaRPr lang="en-US" sz="1000" dirty="0"/>
          </a:p>
        </p:txBody>
      </p:sp>
      <p:sp>
        <p:nvSpPr>
          <p:cNvPr id="48" name="Shape 46"/>
          <p:cNvSpPr/>
          <p:nvPr/>
        </p:nvSpPr>
        <p:spPr>
          <a:xfrm>
            <a:off x="320040" y="3950208"/>
            <a:ext cx="5596128" cy="2084832"/>
          </a:xfrm>
          <a:prstGeom prst="roundRect">
            <a:avLst>
              <a:gd name="adj" fmla="val 3509"/>
            </a:avLst>
          </a:prstGeom>
          <a:solidFill>
            <a:srgbClr val="FFFFFF"/>
          </a:solidFill>
          <a:ln w="15240">
            <a:solidFill>
              <a:srgbClr val="D1D5DB"/>
            </a:solidFill>
            <a:prstDash val="solid"/>
          </a:ln>
        </p:spPr>
        <p:txBody>
          <a:bodyPr/>
          <a:lstStyle/>
          <a:p>
            <a:endParaRPr lang="en-US"/>
          </a:p>
        </p:txBody>
      </p:sp>
      <p:sp>
        <p:nvSpPr>
          <p:cNvPr id="49" name="Shape 47"/>
          <p:cNvSpPr/>
          <p:nvPr/>
        </p:nvSpPr>
        <p:spPr>
          <a:xfrm>
            <a:off x="429768" y="4059936"/>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50" name="Text 48"/>
          <p:cNvSpPr/>
          <p:nvPr/>
        </p:nvSpPr>
        <p:spPr>
          <a:xfrm>
            <a:off x="429768" y="4128516"/>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51" name="Text 49"/>
          <p:cNvSpPr/>
          <p:nvPr/>
        </p:nvSpPr>
        <p:spPr>
          <a:xfrm>
            <a:off x="822960" y="4059936"/>
            <a:ext cx="4937760"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Challenge My Thinking</a:t>
            </a:r>
            <a:endParaRPr lang="en-US" sz="1230" dirty="0"/>
          </a:p>
        </p:txBody>
      </p:sp>
      <p:sp>
        <p:nvSpPr>
          <p:cNvPr id="52" name="Text 50"/>
          <p:cNvSpPr/>
          <p:nvPr/>
        </p:nvSpPr>
        <p:spPr>
          <a:xfrm>
            <a:off x="484632" y="4425696"/>
            <a:ext cx="5266944"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you think you already know the answer</a:t>
            </a:r>
            <a:endParaRPr lang="en-US" sz="970" dirty="0"/>
          </a:p>
        </p:txBody>
      </p:sp>
      <p:sp>
        <p:nvSpPr>
          <p:cNvPr id="53" name="Shape 51"/>
          <p:cNvSpPr/>
          <p:nvPr/>
        </p:nvSpPr>
        <p:spPr>
          <a:xfrm>
            <a:off x="484632" y="4700016"/>
            <a:ext cx="5266944" cy="0"/>
          </a:xfrm>
          <a:prstGeom prst="line">
            <a:avLst/>
          </a:prstGeom>
          <a:noFill/>
          <a:ln w="12700">
            <a:solidFill>
              <a:srgbClr val="E5E7EB"/>
            </a:solidFill>
            <a:prstDash val="solid"/>
          </a:ln>
        </p:spPr>
        <p:txBody>
          <a:bodyPr/>
          <a:lstStyle/>
          <a:p>
            <a:endParaRPr lang="en-US"/>
          </a:p>
        </p:txBody>
      </p:sp>
      <p:sp>
        <p:nvSpPr>
          <p:cNvPr id="54" name="Text 52"/>
          <p:cNvSpPr/>
          <p:nvPr/>
        </p:nvSpPr>
        <p:spPr>
          <a:xfrm>
            <a:off x="484632" y="4791456"/>
            <a:ext cx="5266944" cy="1152144"/>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Before I start improving this work, challenge my thinking. What assumptions am I making? What risks do you see? What perspectives might I be missing? What questions would an experienced executive, customer, or stakeholder ask?</a:t>
            </a:r>
            <a:endParaRPr lang="en-US" sz="1000" dirty="0"/>
          </a:p>
        </p:txBody>
      </p:sp>
      <p:sp>
        <p:nvSpPr>
          <p:cNvPr id="55" name="Shape 53"/>
          <p:cNvSpPr/>
          <p:nvPr/>
        </p:nvSpPr>
        <p:spPr>
          <a:xfrm>
            <a:off x="6108192" y="3950208"/>
            <a:ext cx="5760720" cy="2084832"/>
          </a:xfrm>
          <a:prstGeom prst="roundRect">
            <a:avLst>
              <a:gd name="adj" fmla="val 3509"/>
            </a:avLst>
          </a:prstGeom>
          <a:solidFill>
            <a:srgbClr val="FFFFFF"/>
          </a:solidFill>
          <a:ln w="15240">
            <a:solidFill>
              <a:srgbClr val="D1D5DB"/>
            </a:solidFill>
            <a:prstDash val="solid"/>
          </a:ln>
        </p:spPr>
        <p:txBody>
          <a:bodyPr/>
          <a:lstStyle/>
          <a:p>
            <a:endParaRPr lang="en-US"/>
          </a:p>
        </p:txBody>
      </p:sp>
      <p:sp>
        <p:nvSpPr>
          <p:cNvPr id="56" name="Shape 54"/>
          <p:cNvSpPr/>
          <p:nvPr/>
        </p:nvSpPr>
        <p:spPr>
          <a:xfrm>
            <a:off x="6217920" y="4059936"/>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57" name="Text 55"/>
          <p:cNvSpPr/>
          <p:nvPr/>
        </p:nvSpPr>
        <p:spPr>
          <a:xfrm>
            <a:off x="6217920" y="4128516"/>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58" name="Text 56"/>
          <p:cNvSpPr/>
          <p:nvPr/>
        </p:nvSpPr>
        <p:spPr>
          <a:xfrm>
            <a:off x="6611112" y="4059936"/>
            <a:ext cx="5102352"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Help Me Choose the Right Enhancement</a:t>
            </a:r>
            <a:endParaRPr lang="en-US" sz="1230" dirty="0"/>
          </a:p>
        </p:txBody>
      </p:sp>
      <p:sp>
        <p:nvSpPr>
          <p:cNvPr id="59" name="Text 57"/>
          <p:cNvSpPr/>
          <p:nvPr/>
        </p:nvSpPr>
        <p:spPr>
          <a:xfrm>
            <a:off x="6272784" y="4425696"/>
            <a:ext cx="5431536"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you are ready to decide how AI should help</a:t>
            </a:r>
            <a:endParaRPr lang="en-US" sz="970" dirty="0"/>
          </a:p>
        </p:txBody>
      </p:sp>
      <p:sp>
        <p:nvSpPr>
          <p:cNvPr id="60" name="Shape 58"/>
          <p:cNvSpPr/>
          <p:nvPr/>
        </p:nvSpPr>
        <p:spPr>
          <a:xfrm>
            <a:off x="6272784" y="4700016"/>
            <a:ext cx="5431536" cy="0"/>
          </a:xfrm>
          <a:prstGeom prst="line">
            <a:avLst/>
          </a:prstGeom>
          <a:noFill/>
          <a:ln w="12700">
            <a:solidFill>
              <a:srgbClr val="E5E7EB"/>
            </a:solidFill>
            <a:prstDash val="solid"/>
          </a:ln>
        </p:spPr>
        <p:txBody>
          <a:bodyPr/>
          <a:lstStyle/>
          <a:p>
            <a:endParaRPr lang="en-US"/>
          </a:p>
        </p:txBody>
      </p:sp>
      <p:sp>
        <p:nvSpPr>
          <p:cNvPr id="61" name="Text 59"/>
          <p:cNvSpPr/>
          <p:nvPr/>
        </p:nvSpPr>
        <p:spPr>
          <a:xfrm>
            <a:off x="6272784" y="4791456"/>
            <a:ext cx="5431536" cy="1152144"/>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Based on this work and the enhancement opportunity I identified, help me decide how AI should best help me. Should it challenge assumptions, improve clarity, generate alternatives, stress-test reasoning, identify risks, strengthen recommendations, or do something else? Explain why.</a:t>
            </a:r>
            <a:endParaRPr lang="en-US" sz="1000" dirty="0"/>
          </a:p>
        </p:txBody>
      </p:sp>
      <p:sp>
        <p:nvSpPr>
          <p:cNvPr id="62" name="Shape 60"/>
          <p:cNvSpPr/>
          <p:nvPr/>
        </p:nvSpPr>
        <p:spPr>
          <a:xfrm>
            <a:off x="320040" y="6382512"/>
            <a:ext cx="11548872" cy="292608"/>
          </a:xfrm>
          <a:prstGeom prst="roundRect">
            <a:avLst>
              <a:gd name="adj" fmla="val 18750"/>
            </a:avLst>
          </a:prstGeom>
          <a:solidFill>
            <a:srgbClr val="FFF4CC"/>
          </a:solidFill>
          <a:ln w="12700">
            <a:solidFill>
              <a:srgbClr val="F5D66B"/>
            </a:solidFill>
            <a:prstDash val="solid"/>
          </a:ln>
        </p:spPr>
        <p:txBody>
          <a:bodyPr/>
          <a:lstStyle/>
          <a:p>
            <a:endParaRPr lang="en-US"/>
          </a:p>
        </p:txBody>
      </p:sp>
      <p:sp>
        <p:nvSpPr>
          <p:cNvPr id="63" name="Text 61"/>
          <p:cNvSpPr/>
          <p:nvPr/>
        </p:nvSpPr>
        <p:spPr>
          <a:xfrm>
            <a:off x="502920" y="6441948"/>
            <a:ext cx="11155680" cy="164592"/>
          </a:xfrm>
          <a:prstGeom prst="rect">
            <a:avLst/>
          </a:prstGeom>
          <a:noFill/>
          <a:ln/>
        </p:spPr>
        <p:txBody>
          <a:bodyPr wrap="square" lIns="508" tIns="508" rIns="508" bIns="508" rtlCol="0" anchor="ctr">
            <a:normAutofit/>
          </a:bodyPr>
          <a:lstStyle/>
          <a:p>
            <a:pPr marL="0" indent="0">
              <a:buNone/>
            </a:pPr>
            <a:r>
              <a:rPr lang="en-US" sz="1000" b="1" dirty="0">
                <a:solidFill>
                  <a:srgbClr val="171717"/>
                </a:solidFill>
                <a:latin typeface="Aptos" pitchFamily="34" charset="0"/>
                <a:ea typeface="Aptos" pitchFamily="34" charset="-122"/>
                <a:cs typeface="Aptos" pitchFamily="34" charset="-120"/>
              </a:rPr>
              <a:t>Remember: Ask AI to help you think before asking it to improve the work.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A6A6"/>
          </a:solidFill>
          <a:ln w="12700">
            <a:solidFill>
              <a:srgbClr val="00A6A6"/>
            </a:solidFill>
            <a:prstDash val="solid"/>
          </a:ln>
        </p:spPr>
        <p:txBody>
          <a:bodyPr/>
          <a:lstStyle/>
          <a:p>
            <a:endParaRPr lang="en-US"/>
          </a:p>
        </p:txBody>
      </p:sp>
      <p:sp>
        <p:nvSpPr>
          <p:cNvPr id="3" name="Text 1"/>
          <p:cNvSpPr/>
          <p:nvPr/>
        </p:nvSpPr>
        <p:spPr>
          <a:xfrm>
            <a:off x="320040" y="201168"/>
            <a:ext cx="2240280" cy="201168"/>
          </a:xfrm>
          <a:prstGeom prst="rect">
            <a:avLst/>
          </a:prstGeom>
          <a:noFill/>
          <a:ln/>
        </p:spPr>
        <p:txBody>
          <a:bodyPr wrap="square" lIns="508" tIns="508" rIns="508" bIns="508" rtlCol="0" anchor="ctr">
            <a:normAutofit/>
          </a:bodyPr>
          <a:lstStyle/>
          <a:p>
            <a:pPr marL="0" indent="0">
              <a:buNone/>
            </a:pPr>
            <a:r>
              <a:rPr lang="en-US" sz="850" b="1" dirty="0">
                <a:solidFill>
                  <a:srgbClr val="008C8C"/>
                </a:solidFill>
                <a:latin typeface="Aptos" pitchFamily="34" charset="0"/>
                <a:ea typeface="Aptos" pitchFamily="34" charset="-122"/>
                <a:cs typeface="Aptos" pitchFamily="34" charset="-120"/>
              </a:rPr>
              <a:t>CAPABILITY ENHANCEMENT</a:t>
            </a:r>
            <a:endParaRPr lang="en-US" sz="850" dirty="0"/>
          </a:p>
        </p:txBody>
      </p:sp>
      <p:sp>
        <p:nvSpPr>
          <p:cNvPr id="4" name="Text 2"/>
          <p:cNvSpPr/>
          <p:nvPr/>
        </p:nvSpPr>
        <p:spPr>
          <a:xfrm>
            <a:off x="320040" y="429768"/>
            <a:ext cx="5669280" cy="310896"/>
          </a:xfrm>
          <a:prstGeom prst="rect">
            <a:avLst/>
          </a:prstGeom>
          <a:noFill/>
          <a:ln/>
        </p:spPr>
        <p:txBody>
          <a:bodyPr wrap="square" lIns="0" tIns="0" rIns="0" bIns="0" rtlCol="0" anchor="ctr">
            <a:normAutofit lnSpcReduction="10000"/>
          </a:bodyPr>
          <a:lstStyle/>
          <a:p>
            <a:pPr marL="0" indent="0">
              <a:buNone/>
            </a:pPr>
            <a:r>
              <a:rPr lang="en-US" sz="2100" b="1" dirty="0">
                <a:solidFill>
                  <a:srgbClr val="171717"/>
                </a:solidFill>
                <a:latin typeface="Aptos" pitchFamily="34" charset="0"/>
                <a:ea typeface="Aptos" pitchFamily="34" charset="-122"/>
                <a:cs typeface="Aptos" pitchFamily="34" charset="-120"/>
              </a:rPr>
              <a:t>AI Quick Start Card: Build with AI</a:t>
            </a:r>
            <a:endParaRPr lang="en-US" sz="2100" dirty="0"/>
          </a:p>
        </p:txBody>
      </p:sp>
      <p:sp>
        <p:nvSpPr>
          <p:cNvPr id="5" name="Text 3"/>
          <p:cNvSpPr/>
          <p:nvPr/>
        </p:nvSpPr>
        <p:spPr>
          <a:xfrm>
            <a:off x="329184" y="768096"/>
            <a:ext cx="6400800" cy="256032"/>
          </a:xfrm>
          <a:prstGeom prst="rect">
            <a:avLst/>
          </a:prstGeom>
          <a:noFill/>
          <a:ln/>
        </p:spPr>
        <p:txBody>
          <a:bodyPr wrap="square" lIns="508" tIns="508" rIns="508" bIns="508" rtlCol="0" anchor="ctr">
            <a:normAutofit/>
          </a:bodyPr>
          <a:lstStyle/>
          <a:p>
            <a:pPr marL="0" indent="0">
              <a:buNone/>
            </a:pPr>
            <a:r>
              <a:rPr lang="en-US" sz="1050" dirty="0">
                <a:solidFill>
                  <a:srgbClr val="222222"/>
                </a:solidFill>
                <a:latin typeface="Aptos" pitchFamily="34" charset="0"/>
                <a:ea typeface="Aptos" pitchFamily="34" charset="-122"/>
                <a:cs typeface="Aptos" pitchFamily="34" charset="-120"/>
              </a:rPr>
              <a:t>Use AI to strengthen the work once your thinking is clear.</a:t>
            </a:r>
            <a:endParaRPr lang="en-US" sz="1050" dirty="0"/>
          </a:p>
        </p:txBody>
      </p:sp>
      <p:sp>
        <p:nvSpPr>
          <p:cNvPr id="6" name="Text 4"/>
          <p:cNvSpPr/>
          <p:nvPr/>
        </p:nvSpPr>
        <p:spPr>
          <a:xfrm>
            <a:off x="6903720" y="292608"/>
            <a:ext cx="914400" cy="164592"/>
          </a:xfrm>
          <a:prstGeom prst="rect">
            <a:avLst/>
          </a:prstGeom>
          <a:noFill/>
          <a:ln/>
        </p:spPr>
        <p:txBody>
          <a:bodyPr wrap="square" lIns="508" tIns="508" rIns="508" bIns="508" rtlCol="0" anchor="ctr">
            <a:normAutofit/>
          </a:bodyPr>
          <a:lstStyle/>
          <a:p>
            <a:pPr marL="0" indent="0">
              <a:buNone/>
            </a:pPr>
            <a:r>
              <a:rPr lang="en-US" sz="850" b="1" dirty="0">
                <a:solidFill>
                  <a:srgbClr val="6B7280"/>
                </a:solidFill>
                <a:latin typeface="Aptos" pitchFamily="34" charset="0"/>
                <a:ea typeface="Aptos" pitchFamily="34" charset="-122"/>
                <a:cs typeface="Aptos" pitchFamily="34" charset="-120"/>
              </a:rPr>
              <a:t>Use during</a:t>
            </a:r>
            <a:endParaRPr lang="en-US" sz="850" dirty="0"/>
          </a:p>
        </p:txBody>
      </p:sp>
      <p:sp>
        <p:nvSpPr>
          <p:cNvPr id="7" name="Shape 5"/>
          <p:cNvSpPr/>
          <p:nvPr/>
        </p:nvSpPr>
        <p:spPr>
          <a:xfrm>
            <a:off x="6903720" y="530352"/>
            <a:ext cx="164592" cy="164592"/>
          </a:xfrm>
          <a:prstGeom prst="ellipse">
            <a:avLst/>
          </a:prstGeom>
          <a:solidFill>
            <a:srgbClr val="FFFFFF"/>
          </a:solidFill>
          <a:ln w="12700">
            <a:solidFill>
              <a:srgbClr val="9CA3AF"/>
            </a:solidFill>
            <a:prstDash val="solid"/>
          </a:ln>
        </p:spPr>
        <p:txBody>
          <a:bodyPr/>
          <a:lstStyle/>
          <a:p>
            <a:endParaRPr lang="en-US"/>
          </a:p>
        </p:txBody>
      </p:sp>
      <p:sp>
        <p:nvSpPr>
          <p:cNvPr id="8" name="Text 6"/>
          <p:cNvSpPr/>
          <p:nvPr/>
        </p:nvSpPr>
        <p:spPr>
          <a:xfrm>
            <a:off x="6739128" y="740664"/>
            <a:ext cx="566928" cy="164592"/>
          </a:xfrm>
          <a:prstGeom prst="rect">
            <a:avLst/>
          </a:prstGeom>
          <a:noFill/>
          <a:ln/>
        </p:spPr>
        <p:txBody>
          <a:bodyPr wrap="square" lIns="508" tIns="508" rIns="508" bIns="508" rtlCol="0" anchor="ctr">
            <a:normAutofit/>
          </a:bodyPr>
          <a:lstStyle/>
          <a:p>
            <a:pPr marL="0" indent="0" algn="ctr">
              <a:buNone/>
            </a:pPr>
            <a:r>
              <a:rPr lang="en-US" sz="750" dirty="0">
                <a:solidFill>
                  <a:srgbClr val="6B7280"/>
                </a:solidFill>
                <a:latin typeface="Aptos" pitchFamily="34" charset="0"/>
                <a:ea typeface="Aptos" pitchFamily="34" charset="-122"/>
                <a:cs typeface="Aptos" pitchFamily="34" charset="-120"/>
              </a:rPr>
              <a:t>Choose</a:t>
            </a:r>
            <a:endParaRPr lang="en-US" sz="750" dirty="0"/>
          </a:p>
        </p:txBody>
      </p:sp>
      <p:sp>
        <p:nvSpPr>
          <p:cNvPr id="9" name="Shape 7"/>
          <p:cNvSpPr/>
          <p:nvPr/>
        </p:nvSpPr>
        <p:spPr>
          <a:xfrm>
            <a:off x="7104888" y="612648"/>
            <a:ext cx="384048" cy="0"/>
          </a:xfrm>
          <a:prstGeom prst="line">
            <a:avLst/>
          </a:prstGeom>
          <a:noFill/>
          <a:ln w="12700">
            <a:solidFill>
              <a:srgbClr val="9CA3AF"/>
            </a:solidFill>
            <a:prstDash val="solid"/>
          </a:ln>
        </p:spPr>
        <p:txBody>
          <a:bodyPr/>
          <a:lstStyle/>
          <a:p>
            <a:endParaRPr lang="en-US"/>
          </a:p>
        </p:txBody>
      </p:sp>
      <p:sp>
        <p:nvSpPr>
          <p:cNvPr id="10" name="Shape 8"/>
          <p:cNvSpPr/>
          <p:nvPr/>
        </p:nvSpPr>
        <p:spPr>
          <a:xfrm>
            <a:off x="7690104" y="530352"/>
            <a:ext cx="164592" cy="164592"/>
          </a:xfrm>
          <a:prstGeom prst="ellipse">
            <a:avLst/>
          </a:prstGeom>
          <a:solidFill>
            <a:srgbClr val="FFFFFF"/>
          </a:solidFill>
          <a:ln w="12700">
            <a:solidFill>
              <a:srgbClr val="9CA3AF"/>
            </a:solidFill>
            <a:prstDash val="solid"/>
          </a:ln>
        </p:spPr>
        <p:txBody>
          <a:bodyPr/>
          <a:lstStyle/>
          <a:p>
            <a:endParaRPr lang="en-US"/>
          </a:p>
        </p:txBody>
      </p:sp>
      <p:sp>
        <p:nvSpPr>
          <p:cNvPr id="11" name="Text 9"/>
          <p:cNvSpPr/>
          <p:nvPr/>
        </p:nvSpPr>
        <p:spPr>
          <a:xfrm>
            <a:off x="7525512" y="740664"/>
            <a:ext cx="566928" cy="164592"/>
          </a:xfrm>
          <a:prstGeom prst="rect">
            <a:avLst/>
          </a:prstGeom>
          <a:noFill/>
          <a:ln/>
        </p:spPr>
        <p:txBody>
          <a:bodyPr wrap="square" lIns="508" tIns="508" rIns="508" bIns="508" rtlCol="0" anchor="ctr">
            <a:normAutofit/>
          </a:bodyPr>
          <a:lstStyle/>
          <a:p>
            <a:pPr marL="0" indent="0" algn="ctr">
              <a:buNone/>
            </a:pPr>
            <a:r>
              <a:rPr lang="en-US" sz="750" dirty="0">
                <a:solidFill>
                  <a:srgbClr val="6B7280"/>
                </a:solidFill>
                <a:latin typeface="Aptos" pitchFamily="34" charset="0"/>
                <a:ea typeface="Aptos" pitchFamily="34" charset="-122"/>
                <a:cs typeface="Aptos" pitchFamily="34" charset="-120"/>
              </a:rPr>
              <a:t>Examine</a:t>
            </a:r>
            <a:endParaRPr lang="en-US" sz="750" dirty="0"/>
          </a:p>
        </p:txBody>
      </p:sp>
      <p:sp>
        <p:nvSpPr>
          <p:cNvPr id="12" name="Shape 10"/>
          <p:cNvSpPr/>
          <p:nvPr/>
        </p:nvSpPr>
        <p:spPr>
          <a:xfrm>
            <a:off x="7891272" y="612648"/>
            <a:ext cx="384048" cy="0"/>
          </a:xfrm>
          <a:prstGeom prst="line">
            <a:avLst/>
          </a:prstGeom>
          <a:noFill/>
          <a:ln w="12700">
            <a:solidFill>
              <a:srgbClr val="9CA3AF"/>
            </a:solidFill>
            <a:prstDash val="solid"/>
          </a:ln>
        </p:spPr>
        <p:txBody>
          <a:bodyPr/>
          <a:lstStyle/>
          <a:p>
            <a:endParaRPr lang="en-US"/>
          </a:p>
        </p:txBody>
      </p:sp>
      <p:sp>
        <p:nvSpPr>
          <p:cNvPr id="13" name="Shape 11"/>
          <p:cNvSpPr/>
          <p:nvPr/>
        </p:nvSpPr>
        <p:spPr>
          <a:xfrm>
            <a:off x="8476488" y="530352"/>
            <a:ext cx="164592" cy="164592"/>
          </a:xfrm>
          <a:prstGeom prst="ellipse">
            <a:avLst/>
          </a:prstGeom>
          <a:solidFill>
            <a:srgbClr val="FFFFFF"/>
          </a:solidFill>
          <a:ln w="12700">
            <a:solidFill>
              <a:srgbClr val="9CA3AF"/>
            </a:solidFill>
            <a:prstDash val="solid"/>
          </a:ln>
        </p:spPr>
        <p:txBody>
          <a:bodyPr/>
          <a:lstStyle/>
          <a:p>
            <a:endParaRPr lang="en-US"/>
          </a:p>
        </p:txBody>
      </p:sp>
      <p:sp>
        <p:nvSpPr>
          <p:cNvPr id="14" name="Text 12"/>
          <p:cNvSpPr/>
          <p:nvPr/>
        </p:nvSpPr>
        <p:spPr>
          <a:xfrm>
            <a:off x="8311896" y="740664"/>
            <a:ext cx="566928" cy="164592"/>
          </a:xfrm>
          <a:prstGeom prst="rect">
            <a:avLst/>
          </a:prstGeom>
          <a:noFill/>
          <a:ln/>
        </p:spPr>
        <p:txBody>
          <a:bodyPr wrap="square" lIns="508" tIns="508" rIns="508" bIns="508" rtlCol="0" anchor="ctr">
            <a:normAutofit/>
          </a:bodyPr>
          <a:lstStyle/>
          <a:p>
            <a:pPr marL="0" indent="0" algn="ctr">
              <a:buNone/>
            </a:pPr>
            <a:r>
              <a:rPr lang="en-US" sz="750" dirty="0">
                <a:solidFill>
                  <a:srgbClr val="6B7280"/>
                </a:solidFill>
                <a:latin typeface="Aptos" pitchFamily="34" charset="0"/>
                <a:ea typeface="Aptos" pitchFamily="34" charset="-122"/>
                <a:cs typeface="Aptos" pitchFamily="34" charset="-120"/>
              </a:rPr>
              <a:t>Find</a:t>
            </a:r>
            <a:endParaRPr lang="en-US" sz="750" dirty="0"/>
          </a:p>
        </p:txBody>
      </p:sp>
      <p:sp>
        <p:nvSpPr>
          <p:cNvPr id="15" name="Shape 13"/>
          <p:cNvSpPr/>
          <p:nvPr/>
        </p:nvSpPr>
        <p:spPr>
          <a:xfrm>
            <a:off x="8677656" y="612648"/>
            <a:ext cx="384048" cy="0"/>
          </a:xfrm>
          <a:prstGeom prst="line">
            <a:avLst/>
          </a:prstGeom>
          <a:noFill/>
          <a:ln w="12700">
            <a:solidFill>
              <a:srgbClr val="9CA3AF"/>
            </a:solidFill>
            <a:prstDash val="solid"/>
          </a:ln>
        </p:spPr>
        <p:txBody>
          <a:bodyPr/>
          <a:lstStyle/>
          <a:p>
            <a:endParaRPr lang="en-US"/>
          </a:p>
        </p:txBody>
      </p:sp>
      <p:sp>
        <p:nvSpPr>
          <p:cNvPr id="16" name="Shape 14"/>
          <p:cNvSpPr/>
          <p:nvPr/>
        </p:nvSpPr>
        <p:spPr>
          <a:xfrm>
            <a:off x="9262872" y="530352"/>
            <a:ext cx="164592" cy="164592"/>
          </a:xfrm>
          <a:prstGeom prst="ellipse">
            <a:avLst/>
          </a:prstGeom>
          <a:solidFill>
            <a:srgbClr val="FFFFFF"/>
          </a:solidFill>
          <a:ln w="12700">
            <a:solidFill>
              <a:srgbClr val="9CA3AF"/>
            </a:solidFill>
            <a:prstDash val="solid"/>
          </a:ln>
        </p:spPr>
        <p:txBody>
          <a:bodyPr/>
          <a:lstStyle/>
          <a:p>
            <a:endParaRPr lang="en-US"/>
          </a:p>
        </p:txBody>
      </p:sp>
      <p:sp>
        <p:nvSpPr>
          <p:cNvPr id="17" name="Text 15"/>
          <p:cNvSpPr/>
          <p:nvPr/>
        </p:nvSpPr>
        <p:spPr>
          <a:xfrm>
            <a:off x="9098280" y="740664"/>
            <a:ext cx="566928" cy="164592"/>
          </a:xfrm>
          <a:prstGeom prst="rect">
            <a:avLst/>
          </a:prstGeom>
          <a:noFill/>
          <a:ln/>
        </p:spPr>
        <p:txBody>
          <a:bodyPr wrap="square" lIns="508" tIns="508" rIns="508" bIns="508" rtlCol="0" anchor="ctr">
            <a:normAutofit/>
          </a:bodyPr>
          <a:lstStyle/>
          <a:p>
            <a:pPr marL="0" indent="0" algn="ctr">
              <a:buNone/>
            </a:pPr>
            <a:r>
              <a:rPr lang="en-US" sz="750" dirty="0">
                <a:solidFill>
                  <a:srgbClr val="6B7280"/>
                </a:solidFill>
                <a:latin typeface="Aptos" pitchFamily="34" charset="0"/>
                <a:ea typeface="Aptos" pitchFamily="34" charset="-122"/>
                <a:cs typeface="Aptos" pitchFamily="34" charset="-120"/>
              </a:rPr>
              <a:t>Choose</a:t>
            </a:r>
            <a:endParaRPr lang="en-US" sz="750" dirty="0"/>
          </a:p>
        </p:txBody>
      </p:sp>
      <p:sp>
        <p:nvSpPr>
          <p:cNvPr id="18" name="Shape 16"/>
          <p:cNvSpPr/>
          <p:nvPr/>
        </p:nvSpPr>
        <p:spPr>
          <a:xfrm>
            <a:off x="9464040" y="612648"/>
            <a:ext cx="384048" cy="0"/>
          </a:xfrm>
          <a:prstGeom prst="line">
            <a:avLst/>
          </a:prstGeom>
          <a:noFill/>
          <a:ln w="12700">
            <a:solidFill>
              <a:srgbClr val="9CA3AF"/>
            </a:solidFill>
            <a:prstDash val="solid"/>
          </a:ln>
        </p:spPr>
        <p:txBody>
          <a:bodyPr/>
          <a:lstStyle/>
          <a:p>
            <a:endParaRPr lang="en-US"/>
          </a:p>
        </p:txBody>
      </p:sp>
      <p:sp>
        <p:nvSpPr>
          <p:cNvPr id="19" name="Shape 17"/>
          <p:cNvSpPr/>
          <p:nvPr/>
        </p:nvSpPr>
        <p:spPr>
          <a:xfrm>
            <a:off x="10049256" y="530352"/>
            <a:ext cx="164592" cy="164592"/>
          </a:xfrm>
          <a:prstGeom prst="ellipse">
            <a:avLst/>
          </a:prstGeom>
          <a:solidFill>
            <a:srgbClr val="00A6A6"/>
          </a:solidFill>
          <a:ln w="12700">
            <a:solidFill>
              <a:srgbClr val="00A6A6"/>
            </a:solidFill>
            <a:prstDash val="solid"/>
          </a:ln>
        </p:spPr>
        <p:txBody>
          <a:bodyPr/>
          <a:lstStyle/>
          <a:p>
            <a:endParaRPr lang="en-US"/>
          </a:p>
        </p:txBody>
      </p:sp>
      <p:sp>
        <p:nvSpPr>
          <p:cNvPr id="20" name="Text 18"/>
          <p:cNvSpPr/>
          <p:nvPr/>
        </p:nvSpPr>
        <p:spPr>
          <a:xfrm>
            <a:off x="9884664" y="740664"/>
            <a:ext cx="566928" cy="164592"/>
          </a:xfrm>
          <a:prstGeom prst="rect">
            <a:avLst/>
          </a:prstGeom>
          <a:noFill/>
          <a:ln/>
        </p:spPr>
        <p:txBody>
          <a:bodyPr wrap="square" lIns="508" tIns="508" rIns="508" bIns="508" rtlCol="0" anchor="ctr">
            <a:normAutofit/>
          </a:bodyPr>
          <a:lstStyle/>
          <a:p>
            <a:pPr marL="0" indent="0" algn="ctr">
              <a:buNone/>
            </a:pPr>
            <a:r>
              <a:rPr lang="en-US" sz="750" b="1" dirty="0">
                <a:solidFill>
                  <a:srgbClr val="171717"/>
                </a:solidFill>
                <a:latin typeface="Aptos" pitchFamily="34" charset="0"/>
                <a:ea typeface="Aptos" pitchFamily="34" charset="-122"/>
                <a:cs typeface="Aptos" pitchFamily="34" charset="-120"/>
              </a:rPr>
              <a:t>Build</a:t>
            </a:r>
            <a:endParaRPr lang="en-US" sz="750" dirty="0"/>
          </a:p>
        </p:txBody>
      </p:sp>
      <p:sp>
        <p:nvSpPr>
          <p:cNvPr id="21" name="Shape 19"/>
          <p:cNvSpPr/>
          <p:nvPr/>
        </p:nvSpPr>
        <p:spPr>
          <a:xfrm>
            <a:off x="10250424" y="612648"/>
            <a:ext cx="384048" cy="0"/>
          </a:xfrm>
          <a:prstGeom prst="line">
            <a:avLst/>
          </a:prstGeom>
          <a:noFill/>
          <a:ln w="12700">
            <a:solidFill>
              <a:srgbClr val="9CA3AF"/>
            </a:solidFill>
            <a:prstDash val="solid"/>
          </a:ln>
        </p:spPr>
        <p:txBody>
          <a:bodyPr/>
          <a:lstStyle/>
          <a:p>
            <a:endParaRPr lang="en-US"/>
          </a:p>
        </p:txBody>
      </p:sp>
      <p:sp>
        <p:nvSpPr>
          <p:cNvPr id="22" name="Shape 20"/>
          <p:cNvSpPr/>
          <p:nvPr/>
        </p:nvSpPr>
        <p:spPr>
          <a:xfrm>
            <a:off x="10835640" y="530352"/>
            <a:ext cx="164592" cy="164592"/>
          </a:xfrm>
          <a:prstGeom prst="ellipse">
            <a:avLst/>
          </a:prstGeom>
          <a:solidFill>
            <a:srgbClr val="00A6A6"/>
          </a:solidFill>
          <a:ln w="12700">
            <a:solidFill>
              <a:srgbClr val="00A6A6"/>
            </a:solidFill>
            <a:prstDash val="solid"/>
          </a:ln>
        </p:spPr>
        <p:txBody>
          <a:bodyPr/>
          <a:lstStyle/>
          <a:p>
            <a:endParaRPr lang="en-US"/>
          </a:p>
        </p:txBody>
      </p:sp>
      <p:sp>
        <p:nvSpPr>
          <p:cNvPr id="23" name="Text 21"/>
          <p:cNvSpPr/>
          <p:nvPr/>
        </p:nvSpPr>
        <p:spPr>
          <a:xfrm>
            <a:off x="10671048" y="740664"/>
            <a:ext cx="566928" cy="164592"/>
          </a:xfrm>
          <a:prstGeom prst="rect">
            <a:avLst/>
          </a:prstGeom>
          <a:noFill/>
          <a:ln/>
        </p:spPr>
        <p:txBody>
          <a:bodyPr wrap="square" lIns="508" tIns="508" rIns="508" bIns="508" rtlCol="0" anchor="ctr">
            <a:normAutofit/>
          </a:bodyPr>
          <a:lstStyle/>
          <a:p>
            <a:pPr marL="0" indent="0" algn="ctr">
              <a:buNone/>
            </a:pPr>
            <a:r>
              <a:rPr lang="en-US" sz="750" b="1" dirty="0">
                <a:solidFill>
                  <a:srgbClr val="171717"/>
                </a:solidFill>
                <a:latin typeface="Aptos" pitchFamily="34" charset="0"/>
                <a:ea typeface="Aptos" pitchFamily="34" charset="-122"/>
                <a:cs typeface="Aptos" pitchFamily="34" charset="-120"/>
              </a:rPr>
              <a:t>Practice</a:t>
            </a:r>
            <a:endParaRPr lang="en-US" sz="750" dirty="0"/>
          </a:p>
        </p:txBody>
      </p:sp>
      <p:sp>
        <p:nvSpPr>
          <p:cNvPr id="24" name="Text 22"/>
          <p:cNvSpPr/>
          <p:nvPr/>
        </p:nvSpPr>
        <p:spPr>
          <a:xfrm>
            <a:off x="10195560" y="201168"/>
            <a:ext cx="1645920" cy="182880"/>
          </a:xfrm>
          <a:prstGeom prst="rect">
            <a:avLst/>
          </a:prstGeom>
          <a:noFill/>
          <a:ln/>
        </p:spPr>
        <p:txBody>
          <a:bodyPr wrap="square" lIns="508" tIns="508" rIns="508" bIns="508" rtlCol="0" anchor="ctr">
            <a:normAutofit/>
          </a:bodyPr>
          <a:lstStyle/>
          <a:p>
            <a:pPr marL="0" indent="0" algn="r">
              <a:buNone/>
            </a:pPr>
            <a:r>
              <a:rPr lang="en-US" sz="850" dirty="0">
                <a:solidFill>
                  <a:srgbClr val="6B7280"/>
                </a:solidFill>
                <a:latin typeface="Aptos" pitchFamily="34" charset="0"/>
                <a:ea typeface="Aptos" pitchFamily="34" charset="-122"/>
                <a:cs typeface="Aptos" pitchFamily="34" charset="-120"/>
              </a:rPr>
              <a:t>Manager Activation</a:t>
            </a:r>
            <a:endParaRPr lang="en-US" sz="850" dirty="0"/>
          </a:p>
        </p:txBody>
      </p:sp>
      <p:sp>
        <p:nvSpPr>
          <p:cNvPr id="25" name="Text 23"/>
          <p:cNvSpPr/>
          <p:nvPr/>
        </p:nvSpPr>
        <p:spPr>
          <a:xfrm>
            <a:off x="320040" y="1033272"/>
            <a:ext cx="2286000" cy="182880"/>
          </a:xfrm>
          <a:prstGeom prst="rect">
            <a:avLst/>
          </a:prstGeom>
          <a:noFill/>
          <a:ln/>
        </p:spPr>
        <p:txBody>
          <a:bodyPr wrap="square" lIns="508" tIns="508" rIns="508" bIns="508" rtlCol="0" anchor="ctr">
            <a:normAutofit/>
          </a:bodyPr>
          <a:lstStyle/>
          <a:p>
            <a:pPr marL="0" indent="0">
              <a:buNone/>
            </a:pPr>
            <a:r>
              <a:rPr lang="en-US" sz="1050" b="1" dirty="0">
                <a:solidFill>
                  <a:srgbClr val="008C8C"/>
                </a:solidFill>
                <a:latin typeface="Aptos" pitchFamily="34" charset="0"/>
                <a:ea typeface="Aptos" pitchFamily="34" charset="-122"/>
                <a:cs typeface="Aptos" pitchFamily="34" charset="-120"/>
              </a:rPr>
              <a:t>Choose your starting point</a:t>
            </a:r>
            <a:endParaRPr lang="en-US" sz="1050" dirty="0"/>
          </a:p>
        </p:txBody>
      </p:sp>
      <p:sp>
        <p:nvSpPr>
          <p:cNvPr id="26" name="Shape 24"/>
          <p:cNvSpPr/>
          <p:nvPr/>
        </p:nvSpPr>
        <p:spPr>
          <a:xfrm>
            <a:off x="2240280" y="969264"/>
            <a:ext cx="2926080" cy="429768"/>
          </a:xfrm>
          <a:prstGeom prst="roundRect">
            <a:avLst>
              <a:gd name="adj" fmla="val 17021"/>
            </a:avLst>
          </a:prstGeom>
          <a:solidFill>
            <a:srgbClr val="E6F6F6"/>
          </a:solidFill>
          <a:ln w="12700">
            <a:solidFill>
              <a:srgbClr val="BEECEC"/>
            </a:solidFill>
            <a:prstDash val="solid"/>
          </a:ln>
        </p:spPr>
        <p:txBody>
          <a:bodyPr/>
          <a:lstStyle/>
          <a:p>
            <a:endParaRPr lang="en-US"/>
          </a:p>
        </p:txBody>
      </p:sp>
      <p:sp>
        <p:nvSpPr>
          <p:cNvPr id="27" name="Text 25"/>
          <p:cNvSpPr/>
          <p:nvPr/>
        </p:nvSpPr>
        <p:spPr>
          <a:xfrm>
            <a:off x="2350008" y="1024128"/>
            <a:ext cx="868680" cy="146304"/>
          </a:xfrm>
          <a:prstGeom prst="rect">
            <a:avLst/>
          </a:prstGeom>
          <a:noFill/>
          <a:ln/>
        </p:spPr>
        <p:txBody>
          <a:bodyPr wrap="square" lIns="508" tIns="508" rIns="508" bIns="508" rtlCol="0" anchor="ctr">
            <a:normAutofit/>
          </a:bodyPr>
          <a:lstStyle/>
          <a:p>
            <a:pPr marL="0" indent="0">
              <a:buNone/>
            </a:pPr>
            <a:r>
              <a:rPr lang="en-US" sz="930" b="1" dirty="0">
                <a:solidFill>
                  <a:srgbClr val="171717"/>
                </a:solidFill>
                <a:latin typeface="Aptos" pitchFamily="34" charset="0"/>
                <a:ea typeface="Aptos" pitchFamily="34" charset="-122"/>
                <a:cs typeface="Aptos" pitchFamily="34" charset="-120"/>
              </a:rPr>
              <a:t>Existing work</a:t>
            </a:r>
            <a:endParaRPr lang="en-US" sz="930" dirty="0"/>
          </a:p>
        </p:txBody>
      </p:sp>
      <p:sp>
        <p:nvSpPr>
          <p:cNvPr id="28" name="Text 26"/>
          <p:cNvSpPr/>
          <p:nvPr/>
        </p:nvSpPr>
        <p:spPr>
          <a:xfrm>
            <a:off x="3200400" y="1024128"/>
            <a:ext cx="1874520" cy="201168"/>
          </a:xfrm>
          <a:prstGeom prst="rect">
            <a:avLst/>
          </a:prstGeom>
          <a:noFill/>
          <a:ln/>
        </p:spPr>
        <p:txBody>
          <a:bodyPr wrap="square" lIns="508" tIns="508" rIns="508" bIns="508" rtlCol="0" anchor="ctr">
            <a:normAutofit/>
          </a:bodyPr>
          <a:lstStyle/>
          <a:p>
            <a:pPr marL="0" indent="0">
              <a:buNone/>
            </a:pPr>
            <a:r>
              <a:rPr lang="en-US" sz="880" dirty="0">
                <a:solidFill>
                  <a:srgbClr val="222222"/>
                </a:solidFill>
                <a:latin typeface="Aptos" pitchFamily="34" charset="0"/>
                <a:ea typeface="Aptos" pitchFamily="34" charset="-122"/>
                <a:cs typeface="Aptos" pitchFamily="34" charset="-120"/>
              </a:rPr>
              <a:t>Upload the work + completed canvas.</a:t>
            </a:r>
            <a:endParaRPr lang="en-US" sz="880" dirty="0"/>
          </a:p>
        </p:txBody>
      </p:sp>
      <p:sp>
        <p:nvSpPr>
          <p:cNvPr id="29" name="Shape 27"/>
          <p:cNvSpPr/>
          <p:nvPr/>
        </p:nvSpPr>
        <p:spPr>
          <a:xfrm>
            <a:off x="5440680" y="969264"/>
            <a:ext cx="2926080" cy="429768"/>
          </a:xfrm>
          <a:prstGeom prst="roundRect">
            <a:avLst>
              <a:gd name="adj" fmla="val 17021"/>
            </a:avLst>
          </a:prstGeom>
          <a:solidFill>
            <a:srgbClr val="F8FAFC"/>
          </a:solidFill>
          <a:ln w="12700">
            <a:solidFill>
              <a:srgbClr val="E5E7EB"/>
            </a:solidFill>
            <a:prstDash val="solid"/>
          </a:ln>
        </p:spPr>
        <p:txBody>
          <a:bodyPr/>
          <a:lstStyle/>
          <a:p>
            <a:endParaRPr lang="en-US"/>
          </a:p>
        </p:txBody>
      </p:sp>
      <p:sp>
        <p:nvSpPr>
          <p:cNvPr id="30" name="Text 28"/>
          <p:cNvSpPr/>
          <p:nvPr/>
        </p:nvSpPr>
        <p:spPr>
          <a:xfrm>
            <a:off x="5550408" y="1024128"/>
            <a:ext cx="868680" cy="146304"/>
          </a:xfrm>
          <a:prstGeom prst="rect">
            <a:avLst/>
          </a:prstGeom>
          <a:noFill/>
          <a:ln/>
        </p:spPr>
        <p:txBody>
          <a:bodyPr wrap="square" lIns="508" tIns="508" rIns="508" bIns="508" rtlCol="0" anchor="ctr">
            <a:normAutofit/>
          </a:bodyPr>
          <a:lstStyle/>
          <a:p>
            <a:pPr marL="0" indent="0">
              <a:buNone/>
            </a:pPr>
            <a:r>
              <a:rPr lang="en-US" sz="930" b="1" dirty="0">
                <a:solidFill>
                  <a:srgbClr val="171717"/>
                </a:solidFill>
                <a:latin typeface="Aptos" pitchFamily="34" charset="0"/>
                <a:ea typeface="Aptos" pitchFamily="34" charset="-122"/>
                <a:cs typeface="Aptos" pitchFamily="34" charset="-120"/>
              </a:rPr>
              <a:t>Future work</a:t>
            </a:r>
            <a:endParaRPr lang="en-US" sz="930" dirty="0"/>
          </a:p>
        </p:txBody>
      </p:sp>
      <p:sp>
        <p:nvSpPr>
          <p:cNvPr id="31" name="Text 29"/>
          <p:cNvSpPr/>
          <p:nvPr/>
        </p:nvSpPr>
        <p:spPr>
          <a:xfrm>
            <a:off x="6400800" y="1024128"/>
            <a:ext cx="1874520" cy="201168"/>
          </a:xfrm>
          <a:prstGeom prst="rect">
            <a:avLst/>
          </a:prstGeom>
          <a:noFill/>
          <a:ln/>
        </p:spPr>
        <p:txBody>
          <a:bodyPr wrap="square" lIns="508" tIns="508" rIns="508" bIns="508" rtlCol="0" anchor="ctr">
            <a:normAutofit/>
          </a:bodyPr>
          <a:lstStyle/>
          <a:p>
            <a:pPr marL="0" indent="0">
              <a:buNone/>
            </a:pPr>
            <a:r>
              <a:rPr lang="en-US" sz="880" dirty="0">
                <a:solidFill>
                  <a:srgbClr val="222222"/>
                </a:solidFill>
                <a:latin typeface="Aptos" pitchFamily="34" charset="0"/>
                <a:ea typeface="Aptos" pitchFamily="34" charset="-122"/>
                <a:cs typeface="Aptos" pitchFamily="34" charset="-120"/>
              </a:rPr>
              <a:t>Use the canvas as your design brief.</a:t>
            </a:r>
            <a:endParaRPr lang="en-US" sz="880" dirty="0"/>
          </a:p>
        </p:txBody>
      </p:sp>
      <p:sp>
        <p:nvSpPr>
          <p:cNvPr id="32" name="Shape 30"/>
          <p:cNvSpPr/>
          <p:nvPr/>
        </p:nvSpPr>
        <p:spPr>
          <a:xfrm>
            <a:off x="8641080" y="969264"/>
            <a:ext cx="2926080" cy="429768"/>
          </a:xfrm>
          <a:prstGeom prst="roundRect">
            <a:avLst>
              <a:gd name="adj" fmla="val 17021"/>
            </a:avLst>
          </a:prstGeom>
          <a:solidFill>
            <a:srgbClr val="F8FAFC"/>
          </a:solidFill>
          <a:ln w="12700">
            <a:solidFill>
              <a:srgbClr val="E5E7EB"/>
            </a:solidFill>
            <a:prstDash val="solid"/>
          </a:ln>
        </p:spPr>
        <p:txBody>
          <a:bodyPr/>
          <a:lstStyle/>
          <a:p>
            <a:endParaRPr lang="en-US"/>
          </a:p>
        </p:txBody>
      </p:sp>
      <p:sp>
        <p:nvSpPr>
          <p:cNvPr id="33" name="Text 31"/>
          <p:cNvSpPr/>
          <p:nvPr/>
        </p:nvSpPr>
        <p:spPr>
          <a:xfrm>
            <a:off x="8750808" y="1024128"/>
            <a:ext cx="868680" cy="146304"/>
          </a:xfrm>
          <a:prstGeom prst="rect">
            <a:avLst/>
          </a:prstGeom>
          <a:noFill/>
          <a:ln/>
        </p:spPr>
        <p:txBody>
          <a:bodyPr wrap="square" lIns="508" tIns="508" rIns="508" bIns="508" rtlCol="0" anchor="ctr">
            <a:normAutofit fontScale="92500"/>
          </a:bodyPr>
          <a:lstStyle/>
          <a:p>
            <a:pPr marL="0" indent="0">
              <a:buNone/>
            </a:pPr>
            <a:r>
              <a:rPr lang="en-US" sz="930" b="1" dirty="0">
                <a:solidFill>
                  <a:srgbClr val="171717"/>
                </a:solidFill>
                <a:latin typeface="Aptos" pitchFamily="34" charset="0"/>
                <a:ea typeface="Aptos" pitchFamily="34" charset="-122"/>
                <a:cs typeface="Aptos" pitchFamily="34" charset="-120"/>
              </a:rPr>
              <a:t>New opportunity</a:t>
            </a:r>
            <a:endParaRPr lang="en-US" sz="930" dirty="0"/>
          </a:p>
        </p:txBody>
      </p:sp>
      <p:sp>
        <p:nvSpPr>
          <p:cNvPr id="34" name="Text 32"/>
          <p:cNvSpPr/>
          <p:nvPr/>
        </p:nvSpPr>
        <p:spPr>
          <a:xfrm>
            <a:off x="9601200" y="1024128"/>
            <a:ext cx="1874520" cy="201168"/>
          </a:xfrm>
          <a:prstGeom prst="rect">
            <a:avLst/>
          </a:prstGeom>
          <a:noFill/>
          <a:ln/>
        </p:spPr>
        <p:txBody>
          <a:bodyPr wrap="square" lIns="508" tIns="508" rIns="508" bIns="508" rtlCol="0" anchor="ctr">
            <a:normAutofit/>
          </a:bodyPr>
          <a:lstStyle/>
          <a:p>
            <a:pPr marL="0" indent="0">
              <a:buNone/>
            </a:pPr>
            <a:r>
              <a:rPr lang="en-US" sz="880" dirty="0">
                <a:solidFill>
                  <a:srgbClr val="222222"/>
                </a:solidFill>
                <a:latin typeface="Aptos" pitchFamily="34" charset="0"/>
                <a:ea typeface="Aptos" pitchFamily="34" charset="-122"/>
                <a:cs typeface="Aptos" pitchFamily="34" charset="-120"/>
              </a:rPr>
              <a:t>Use the canvas to create Version 1.</a:t>
            </a:r>
            <a:endParaRPr lang="en-US" sz="880" dirty="0"/>
          </a:p>
        </p:txBody>
      </p:sp>
      <p:sp>
        <p:nvSpPr>
          <p:cNvPr id="35" name="Shape 33"/>
          <p:cNvSpPr/>
          <p:nvPr/>
        </p:nvSpPr>
        <p:spPr>
          <a:xfrm>
            <a:off x="320040" y="1627632"/>
            <a:ext cx="3703320" cy="2029968"/>
          </a:xfrm>
          <a:prstGeom prst="roundRect">
            <a:avLst>
              <a:gd name="adj" fmla="val 3604"/>
            </a:avLst>
          </a:prstGeom>
          <a:solidFill>
            <a:srgbClr val="FFFFFF"/>
          </a:solidFill>
          <a:ln w="15240">
            <a:solidFill>
              <a:srgbClr val="D1D5DB"/>
            </a:solidFill>
            <a:prstDash val="solid"/>
          </a:ln>
        </p:spPr>
        <p:txBody>
          <a:bodyPr/>
          <a:lstStyle/>
          <a:p>
            <a:endParaRPr lang="en-US"/>
          </a:p>
        </p:txBody>
      </p:sp>
      <p:sp>
        <p:nvSpPr>
          <p:cNvPr id="36" name="Shape 34"/>
          <p:cNvSpPr/>
          <p:nvPr/>
        </p:nvSpPr>
        <p:spPr>
          <a:xfrm>
            <a:off x="429768" y="1737360"/>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37" name="Text 35"/>
          <p:cNvSpPr/>
          <p:nvPr/>
        </p:nvSpPr>
        <p:spPr>
          <a:xfrm>
            <a:off x="429768" y="1805940"/>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38" name="Text 36"/>
          <p:cNvSpPr/>
          <p:nvPr/>
        </p:nvSpPr>
        <p:spPr>
          <a:xfrm>
            <a:off x="822960" y="1737360"/>
            <a:ext cx="3044952"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Strengthen My Work</a:t>
            </a:r>
            <a:endParaRPr lang="en-US" sz="1230" dirty="0"/>
          </a:p>
        </p:txBody>
      </p:sp>
      <p:sp>
        <p:nvSpPr>
          <p:cNvPr id="39" name="Text 37"/>
          <p:cNvSpPr/>
          <p:nvPr/>
        </p:nvSpPr>
        <p:spPr>
          <a:xfrm>
            <a:off x="484632" y="2103120"/>
            <a:ext cx="3374136"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you have completed the canvas</a:t>
            </a:r>
            <a:endParaRPr lang="en-US" sz="970" dirty="0"/>
          </a:p>
        </p:txBody>
      </p:sp>
      <p:sp>
        <p:nvSpPr>
          <p:cNvPr id="40" name="Shape 38"/>
          <p:cNvSpPr/>
          <p:nvPr/>
        </p:nvSpPr>
        <p:spPr>
          <a:xfrm>
            <a:off x="484632" y="2377440"/>
            <a:ext cx="3374136" cy="0"/>
          </a:xfrm>
          <a:prstGeom prst="line">
            <a:avLst/>
          </a:prstGeom>
          <a:noFill/>
          <a:ln w="12700">
            <a:solidFill>
              <a:srgbClr val="E5E7EB"/>
            </a:solidFill>
            <a:prstDash val="solid"/>
          </a:ln>
        </p:spPr>
        <p:txBody>
          <a:bodyPr/>
          <a:lstStyle/>
          <a:p>
            <a:endParaRPr lang="en-US"/>
          </a:p>
        </p:txBody>
      </p:sp>
      <p:sp>
        <p:nvSpPr>
          <p:cNvPr id="41" name="Text 39"/>
          <p:cNvSpPr/>
          <p:nvPr/>
        </p:nvSpPr>
        <p:spPr>
          <a:xfrm>
            <a:off x="484632" y="2468880"/>
            <a:ext cx="3374136" cy="1097280"/>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I completed a Capability Enhancement Canvas. I have attached the work, or described it below, along with my completed canvas. First summarize your understanding of the purpose, audience, intended outcome, and enhancement opportunity. Then help me strengthen the work. Explain why each recommendation improves it.</a:t>
            </a:r>
            <a:endParaRPr lang="en-US" sz="1000" dirty="0"/>
          </a:p>
        </p:txBody>
      </p:sp>
      <p:sp>
        <p:nvSpPr>
          <p:cNvPr id="42" name="Shape 40"/>
          <p:cNvSpPr/>
          <p:nvPr/>
        </p:nvSpPr>
        <p:spPr>
          <a:xfrm>
            <a:off x="4197096" y="1627632"/>
            <a:ext cx="3703320" cy="2029968"/>
          </a:xfrm>
          <a:prstGeom prst="roundRect">
            <a:avLst>
              <a:gd name="adj" fmla="val 3604"/>
            </a:avLst>
          </a:prstGeom>
          <a:solidFill>
            <a:srgbClr val="FFFFFF"/>
          </a:solidFill>
          <a:ln w="15240">
            <a:solidFill>
              <a:srgbClr val="D1D5DB"/>
            </a:solidFill>
            <a:prstDash val="solid"/>
          </a:ln>
        </p:spPr>
        <p:txBody>
          <a:bodyPr/>
          <a:lstStyle/>
          <a:p>
            <a:endParaRPr lang="en-US"/>
          </a:p>
        </p:txBody>
      </p:sp>
      <p:sp>
        <p:nvSpPr>
          <p:cNvPr id="43" name="Shape 41"/>
          <p:cNvSpPr/>
          <p:nvPr/>
        </p:nvSpPr>
        <p:spPr>
          <a:xfrm>
            <a:off x="4306824" y="1737360"/>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44" name="Text 42"/>
          <p:cNvSpPr/>
          <p:nvPr/>
        </p:nvSpPr>
        <p:spPr>
          <a:xfrm>
            <a:off x="4306824" y="1805940"/>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45" name="Text 43"/>
          <p:cNvSpPr/>
          <p:nvPr/>
        </p:nvSpPr>
        <p:spPr>
          <a:xfrm>
            <a:off x="4700016" y="1737360"/>
            <a:ext cx="3044952"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Improve One Thing</a:t>
            </a:r>
            <a:endParaRPr lang="en-US" sz="1230" dirty="0"/>
          </a:p>
        </p:txBody>
      </p:sp>
      <p:sp>
        <p:nvSpPr>
          <p:cNvPr id="46" name="Text 44"/>
          <p:cNvSpPr/>
          <p:nvPr/>
        </p:nvSpPr>
        <p:spPr>
          <a:xfrm>
            <a:off x="4361688" y="2103120"/>
            <a:ext cx="3374136"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you want focused improvement</a:t>
            </a:r>
            <a:endParaRPr lang="en-US" sz="970" dirty="0"/>
          </a:p>
        </p:txBody>
      </p:sp>
      <p:sp>
        <p:nvSpPr>
          <p:cNvPr id="47" name="Shape 45"/>
          <p:cNvSpPr/>
          <p:nvPr/>
        </p:nvSpPr>
        <p:spPr>
          <a:xfrm>
            <a:off x="4361688" y="2377440"/>
            <a:ext cx="3374136" cy="0"/>
          </a:xfrm>
          <a:prstGeom prst="line">
            <a:avLst/>
          </a:prstGeom>
          <a:noFill/>
          <a:ln w="12700">
            <a:solidFill>
              <a:srgbClr val="E5E7EB"/>
            </a:solidFill>
            <a:prstDash val="solid"/>
          </a:ln>
        </p:spPr>
        <p:txBody>
          <a:bodyPr/>
          <a:lstStyle/>
          <a:p>
            <a:endParaRPr lang="en-US"/>
          </a:p>
        </p:txBody>
      </p:sp>
      <p:sp>
        <p:nvSpPr>
          <p:cNvPr id="48" name="Text 46"/>
          <p:cNvSpPr/>
          <p:nvPr/>
        </p:nvSpPr>
        <p:spPr>
          <a:xfrm>
            <a:off x="4361688" y="2468880"/>
            <a:ext cx="3374136" cy="1097280"/>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Focus only on the enhancement opportunity I selected. Keep everything else as intact as possible. Explain why your suggestions strengthen the work.</a:t>
            </a:r>
            <a:endParaRPr lang="en-US" sz="1000" dirty="0"/>
          </a:p>
        </p:txBody>
      </p:sp>
      <p:sp>
        <p:nvSpPr>
          <p:cNvPr id="49" name="Shape 47"/>
          <p:cNvSpPr/>
          <p:nvPr/>
        </p:nvSpPr>
        <p:spPr>
          <a:xfrm>
            <a:off x="8074152" y="1627632"/>
            <a:ext cx="3703320" cy="2029968"/>
          </a:xfrm>
          <a:prstGeom prst="roundRect">
            <a:avLst>
              <a:gd name="adj" fmla="val 3604"/>
            </a:avLst>
          </a:prstGeom>
          <a:solidFill>
            <a:srgbClr val="FFFFFF"/>
          </a:solidFill>
          <a:ln w="15240">
            <a:solidFill>
              <a:srgbClr val="D1D5DB"/>
            </a:solidFill>
            <a:prstDash val="solid"/>
          </a:ln>
        </p:spPr>
        <p:txBody>
          <a:bodyPr/>
          <a:lstStyle/>
          <a:p>
            <a:endParaRPr lang="en-US"/>
          </a:p>
        </p:txBody>
      </p:sp>
      <p:sp>
        <p:nvSpPr>
          <p:cNvPr id="50" name="Shape 48"/>
          <p:cNvSpPr/>
          <p:nvPr/>
        </p:nvSpPr>
        <p:spPr>
          <a:xfrm>
            <a:off x="8183880" y="1737360"/>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51" name="Text 49"/>
          <p:cNvSpPr/>
          <p:nvPr/>
        </p:nvSpPr>
        <p:spPr>
          <a:xfrm>
            <a:off x="8183880" y="1805940"/>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52" name="Text 50"/>
          <p:cNvSpPr/>
          <p:nvPr/>
        </p:nvSpPr>
        <p:spPr>
          <a:xfrm>
            <a:off x="8577072" y="1737360"/>
            <a:ext cx="3044952"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Review My Revision</a:t>
            </a:r>
            <a:endParaRPr lang="en-US" sz="1230" dirty="0"/>
          </a:p>
        </p:txBody>
      </p:sp>
      <p:sp>
        <p:nvSpPr>
          <p:cNvPr id="53" name="Text 51"/>
          <p:cNvSpPr/>
          <p:nvPr/>
        </p:nvSpPr>
        <p:spPr>
          <a:xfrm>
            <a:off x="8238744" y="2103120"/>
            <a:ext cx="3374136"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you have made changes and want feedback</a:t>
            </a:r>
            <a:endParaRPr lang="en-US" sz="970" dirty="0"/>
          </a:p>
        </p:txBody>
      </p:sp>
      <p:sp>
        <p:nvSpPr>
          <p:cNvPr id="54" name="Shape 52"/>
          <p:cNvSpPr/>
          <p:nvPr/>
        </p:nvSpPr>
        <p:spPr>
          <a:xfrm>
            <a:off x="8238744" y="2377440"/>
            <a:ext cx="3374136" cy="0"/>
          </a:xfrm>
          <a:prstGeom prst="line">
            <a:avLst/>
          </a:prstGeom>
          <a:noFill/>
          <a:ln w="12700">
            <a:solidFill>
              <a:srgbClr val="E5E7EB"/>
            </a:solidFill>
            <a:prstDash val="solid"/>
          </a:ln>
        </p:spPr>
        <p:txBody>
          <a:bodyPr/>
          <a:lstStyle/>
          <a:p>
            <a:endParaRPr lang="en-US"/>
          </a:p>
        </p:txBody>
      </p:sp>
      <p:sp>
        <p:nvSpPr>
          <p:cNvPr id="55" name="Text 53"/>
          <p:cNvSpPr/>
          <p:nvPr/>
        </p:nvSpPr>
        <p:spPr>
          <a:xfrm>
            <a:off x="8238744" y="2468880"/>
            <a:ext cx="3374136" cy="1097280"/>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I have updated the work based on your suggestions. Review the revised version. What improved? What still has the biggest opportunity? Recommend only the highest-value next improvements.</a:t>
            </a:r>
            <a:endParaRPr lang="en-US" sz="1000" dirty="0"/>
          </a:p>
        </p:txBody>
      </p:sp>
      <p:sp>
        <p:nvSpPr>
          <p:cNvPr id="56" name="Shape 54"/>
          <p:cNvSpPr/>
          <p:nvPr/>
        </p:nvSpPr>
        <p:spPr>
          <a:xfrm>
            <a:off x="320040" y="3913632"/>
            <a:ext cx="5596128" cy="2121408"/>
          </a:xfrm>
          <a:prstGeom prst="roundRect">
            <a:avLst>
              <a:gd name="adj" fmla="val 3448"/>
            </a:avLst>
          </a:prstGeom>
          <a:solidFill>
            <a:srgbClr val="FFFFFF"/>
          </a:solidFill>
          <a:ln w="15240">
            <a:solidFill>
              <a:srgbClr val="D1D5DB"/>
            </a:solidFill>
            <a:prstDash val="solid"/>
          </a:ln>
        </p:spPr>
        <p:txBody>
          <a:bodyPr/>
          <a:lstStyle/>
          <a:p>
            <a:endParaRPr lang="en-US"/>
          </a:p>
        </p:txBody>
      </p:sp>
      <p:sp>
        <p:nvSpPr>
          <p:cNvPr id="57" name="Shape 55"/>
          <p:cNvSpPr/>
          <p:nvPr/>
        </p:nvSpPr>
        <p:spPr>
          <a:xfrm>
            <a:off x="429768" y="4023360"/>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58" name="Text 56"/>
          <p:cNvSpPr/>
          <p:nvPr/>
        </p:nvSpPr>
        <p:spPr>
          <a:xfrm>
            <a:off x="429768" y="4091940"/>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59" name="Text 57"/>
          <p:cNvSpPr/>
          <p:nvPr/>
        </p:nvSpPr>
        <p:spPr>
          <a:xfrm>
            <a:off x="822960" y="4023360"/>
            <a:ext cx="4937760"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Stress-Test My Work</a:t>
            </a:r>
            <a:endParaRPr lang="en-US" sz="1230" dirty="0"/>
          </a:p>
        </p:txBody>
      </p:sp>
      <p:sp>
        <p:nvSpPr>
          <p:cNvPr id="60" name="Text 58"/>
          <p:cNvSpPr/>
          <p:nvPr/>
        </p:nvSpPr>
        <p:spPr>
          <a:xfrm>
            <a:off x="484632" y="4389120"/>
            <a:ext cx="5266944"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before sharing with the intended audience</a:t>
            </a:r>
            <a:endParaRPr lang="en-US" sz="970" dirty="0"/>
          </a:p>
        </p:txBody>
      </p:sp>
      <p:sp>
        <p:nvSpPr>
          <p:cNvPr id="61" name="Shape 59"/>
          <p:cNvSpPr/>
          <p:nvPr/>
        </p:nvSpPr>
        <p:spPr>
          <a:xfrm>
            <a:off x="484632" y="4663440"/>
            <a:ext cx="5266944" cy="0"/>
          </a:xfrm>
          <a:prstGeom prst="line">
            <a:avLst/>
          </a:prstGeom>
          <a:noFill/>
          <a:ln w="12700">
            <a:solidFill>
              <a:srgbClr val="E5E7EB"/>
            </a:solidFill>
            <a:prstDash val="solid"/>
          </a:ln>
        </p:spPr>
        <p:txBody>
          <a:bodyPr/>
          <a:lstStyle/>
          <a:p>
            <a:endParaRPr lang="en-US"/>
          </a:p>
        </p:txBody>
      </p:sp>
      <p:sp>
        <p:nvSpPr>
          <p:cNvPr id="62" name="Text 60"/>
          <p:cNvSpPr/>
          <p:nvPr/>
        </p:nvSpPr>
        <p:spPr>
          <a:xfrm>
            <a:off x="484632" y="4754880"/>
            <a:ext cx="5266944" cy="1188720"/>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Pretend you are the intended audience. Review this work critically. Where would you be confused? What questions would you ask? What would reduce your confidence? What would increase your confidence?</a:t>
            </a:r>
            <a:endParaRPr lang="en-US" sz="1000" dirty="0"/>
          </a:p>
        </p:txBody>
      </p:sp>
      <p:sp>
        <p:nvSpPr>
          <p:cNvPr id="63" name="Shape 61"/>
          <p:cNvSpPr/>
          <p:nvPr/>
        </p:nvSpPr>
        <p:spPr>
          <a:xfrm>
            <a:off x="6108192" y="3913632"/>
            <a:ext cx="5760720" cy="2121408"/>
          </a:xfrm>
          <a:prstGeom prst="roundRect">
            <a:avLst>
              <a:gd name="adj" fmla="val 3448"/>
            </a:avLst>
          </a:prstGeom>
          <a:solidFill>
            <a:srgbClr val="FFFFFF"/>
          </a:solidFill>
          <a:ln w="15240">
            <a:solidFill>
              <a:srgbClr val="D1D5DB"/>
            </a:solidFill>
            <a:prstDash val="solid"/>
          </a:ln>
        </p:spPr>
        <p:txBody>
          <a:bodyPr/>
          <a:lstStyle/>
          <a:p>
            <a:endParaRPr lang="en-US"/>
          </a:p>
        </p:txBody>
      </p:sp>
      <p:sp>
        <p:nvSpPr>
          <p:cNvPr id="64" name="Shape 62"/>
          <p:cNvSpPr/>
          <p:nvPr/>
        </p:nvSpPr>
        <p:spPr>
          <a:xfrm>
            <a:off x="6217920" y="4023360"/>
            <a:ext cx="320040" cy="320040"/>
          </a:xfrm>
          <a:prstGeom prst="roundRect">
            <a:avLst>
              <a:gd name="adj" fmla="val 22857"/>
            </a:avLst>
          </a:prstGeom>
          <a:solidFill>
            <a:srgbClr val="00A6A6"/>
          </a:solidFill>
          <a:ln w="12700">
            <a:solidFill>
              <a:srgbClr val="00A6A6"/>
            </a:solidFill>
            <a:prstDash val="solid"/>
          </a:ln>
        </p:spPr>
        <p:txBody>
          <a:bodyPr/>
          <a:lstStyle/>
          <a:p>
            <a:endParaRPr lang="en-US"/>
          </a:p>
        </p:txBody>
      </p:sp>
      <p:sp>
        <p:nvSpPr>
          <p:cNvPr id="65" name="Text 63"/>
          <p:cNvSpPr/>
          <p:nvPr/>
        </p:nvSpPr>
        <p:spPr>
          <a:xfrm>
            <a:off x="6217920" y="4091940"/>
            <a:ext cx="320040" cy="137160"/>
          </a:xfrm>
          <a:prstGeom prst="rect">
            <a:avLst/>
          </a:prstGeom>
          <a:noFill/>
          <a:ln/>
        </p:spPr>
        <p:txBody>
          <a:bodyPr wrap="square" lIns="508" tIns="508" rIns="508" bIns="508" rtlCol="0" anchor="ctr">
            <a:normAutofit fontScale="92500" lnSpcReduction="10000"/>
          </a:bodyPr>
          <a:lstStyle/>
          <a:p>
            <a:pPr marL="0" indent="0" algn="ctr">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66" name="Text 64"/>
          <p:cNvSpPr/>
          <p:nvPr/>
        </p:nvSpPr>
        <p:spPr>
          <a:xfrm>
            <a:off x="6611112" y="4023360"/>
            <a:ext cx="5102352" cy="256032"/>
          </a:xfrm>
          <a:prstGeom prst="rect">
            <a:avLst/>
          </a:prstGeom>
          <a:noFill/>
          <a:ln/>
        </p:spPr>
        <p:txBody>
          <a:bodyPr wrap="square" lIns="508" tIns="508" rIns="508" bIns="508" rtlCol="0" anchor="ctr">
            <a:normAutofit/>
          </a:bodyPr>
          <a:lstStyle/>
          <a:p>
            <a:pPr marL="0" indent="0">
              <a:buNone/>
            </a:pPr>
            <a:r>
              <a:rPr lang="en-US" sz="1230" b="1" dirty="0">
                <a:solidFill>
                  <a:srgbClr val="171717"/>
                </a:solidFill>
                <a:latin typeface="Aptos" pitchFamily="34" charset="0"/>
                <a:ea typeface="Aptos" pitchFamily="34" charset="-122"/>
                <a:cs typeface="Aptos" pitchFamily="34" charset="-120"/>
              </a:rPr>
              <a:t>Build a Repeatable Practice</a:t>
            </a:r>
            <a:endParaRPr lang="en-US" sz="1230" dirty="0"/>
          </a:p>
        </p:txBody>
      </p:sp>
      <p:sp>
        <p:nvSpPr>
          <p:cNvPr id="67" name="Text 65"/>
          <p:cNvSpPr/>
          <p:nvPr/>
        </p:nvSpPr>
        <p:spPr>
          <a:xfrm>
            <a:off x="6272784" y="4389120"/>
            <a:ext cx="5431536" cy="228600"/>
          </a:xfrm>
          <a:prstGeom prst="rect">
            <a:avLst/>
          </a:prstGeom>
          <a:noFill/>
          <a:ln/>
        </p:spPr>
        <p:txBody>
          <a:bodyPr wrap="square" lIns="508" tIns="508" rIns="508" bIns="508" rtlCol="0" anchor="ctr">
            <a:normAutofit/>
          </a:bodyPr>
          <a:lstStyle/>
          <a:p>
            <a:pPr marL="0" indent="0">
              <a:buNone/>
            </a:pPr>
            <a:r>
              <a:rPr lang="en-US" sz="970" i="1" dirty="0">
                <a:solidFill>
                  <a:srgbClr val="6B7280"/>
                </a:solidFill>
                <a:latin typeface="Aptos" pitchFamily="34" charset="0"/>
                <a:ea typeface="Aptos" pitchFamily="34" charset="-122"/>
                <a:cs typeface="Aptos" pitchFamily="34" charset="-120"/>
              </a:rPr>
              <a:t>Use when: after you have improved the work</a:t>
            </a:r>
            <a:endParaRPr lang="en-US" sz="970" dirty="0"/>
          </a:p>
        </p:txBody>
      </p:sp>
      <p:sp>
        <p:nvSpPr>
          <p:cNvPr id="68" name="Shape 66"/>
          <p:cNvSpPr/>
          <p:nvPr/>
        </p:nvSpPr>
        <p:spPr>
          <a:xfrm>
            <a:off x="6272784" y="4663440"/>
            <a:ext cx="5431536" cy="0"/>
          </a:xfrm>
          <a:prstGeom prst="line">
            <a:avLst/>
          </a:prstGeom>
          <a:noFill/>
          <a:ln w="12700">
            <a:solidFill>
              <a:srgbClr val="E5E7EB"/>
            </a:solidFill>
            <a:prstDash val="solid"/>
          </a:ln>
        </p:spPr>
        <p:txBody>
          <a:bodyPr/>
          <a:lstStyle/>
          <a:p>
            <a:endParaRPr lang="en-US"/>
          </a:p>
        </p:txBody>
      </p:sp>
      <p:sp>
        <p:nvSpPr>
          <p:cNvPr id="69" name="Text 67"/>
          <p:cNvSpPr/>
          <p:nvPr/>
        </p:nvSpPr>
        <p:spPr>
          <a:xfrm>
            <a:off x="6272784" y="4754880"/>
            <a:ext cx="5431536" cy="1188720"/>
          </a:xfrm>
          <a:prstGeom prst="rect">
            <a:avLst/>
          </a:prstGeom>
          <a:noFill/>
          <a:ln/>
        </p:spPr>
        <p:txBody>
          <a:bodyPr wrap="square" lIns="508" tIns="508" rIns="508" bIns="508" rtlCol="0" anchor="t">
            <a:normAutofit/>
          </a:bodyPr>
          <a:lstStyle/>
          <a:p>
            <a:pPr marL="0" indent="0">
              <a:buNone/>
            </a:pPr>
            <a:r>
              <a:rPr lang="en-US" sz="1000" dirty="0">
                <a:solidFill>
                  <a:srgbClr val="222222"/>
                </a:solidFill>
                <a:latin typeface="Aptos" pitchFamily="34" charset="0"/>
                <a:ea typeface="Aptos" pitchFamily="34" charset="-122"/>
                <a:cs typeface="Aptos" pitchFamily="34" charset="-120"/>
              </a:rPr>
              <a:t>Based on this exercise, help me identify one repeatable habit I can use every time I create work like this. Make it practical, memorable, and easy to apply. Explain why it will improve the quality of my work over time.</a:t>
            </a:r>
            <a:endParaRPr lang="en-US" sz="1000" dirty="0"/>
          </a:p>
        </p:txBody>
      </p:sp>
      <p:sp>
        <p:nvSpPr>
          <p:cNvPr id="70" name="Shape 68"/>
          <p:cNvSpPr/>
          <p:nvPr/>
        </p:nvSpPr>
        <p:spPr>
          <a:xfrm>
            <a:off x="320040" y="6382512"/>
            <a:ext cx="11548872" cy="292608"/>
          </a:xfrm>
          <a:prstGeom prst="roundRect">
            <a:avLst>
              <a:gd name="adj" fmla="val 18750"/>
            </a:avLst>
          </a:prstGeom>
          <a:solidFill>
            <a:srgbClr val="FFF4CC"/>
          </a:solidFill>
          <a:ln w="12700">
            <a:solidFill>
              <a:srgbClr val="F5D66B"/>
            </a:solidFill>
            <a:prstDash val="solid"/>
          </a:ln>
        </p:spPr>
        <p:txBody>
          <a:bodyPr/>
          <a:lstStyle/>
          <a:p>
            <a:endParaRPr lang="en-US"/>
          </a:p>
        </p:txBody>
      </p:sp>
      <p:sp>
        <p:nvSpPr>
          <p:cNvPr id="71" name="Text 69"/>
          <p:cNvSpPr/>
          <p:nvPr/>
        </p:nvSpPr>
        <p:spPr>
          <a:xfrm>
            <a:off x="502920" y="6441948"/>
            <a:ext cx="11155680" cy="164592"/>
          </a:xfrm>
          <a:prstGeom prst="rect">
            <a:avLst/>
          </a:prstGeom>
          <a:noFill/>
          <a:ln/>
        </p:spPr>
        <p:txBody>
          <a:bodyPr wrap="square" lIns="508" tIns="508" rIns="508" bIns="508" rtlCol="0" anchor="ctr">
            <a:normAutofit/>
          </a:bodyPr>
          <a:lstStyle/>
          <a:p>
            <a:pPr marL="0" indent="0">
              <a:buNone/>
            </a:pPr>
            <a:r>
              <a:rPr lang="en-US" sz="1000" b="1" dirty="0">
                <a:solidFill>
                  <a:srgbClr val="171717"/>
                </a:solidFill>
                <a:latin typeface="Aptos" pitchFamily="34" charset="0"/>
                <a:ea typeface="Aptos" pitchFamily="34" charset="-122"/>
                <a:cs typeface="Aptos" pitchFamily="34" charset="-120"/>
              </a:rPr>
              <a:t>Remember: AI strengthens the work. You decide what makes it better.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1712</Words>
  <Application>Microsoft Office PowerPoint</Application>
  <PresentationFormat>Widescreen</PresentationFormat>
  <Paragraphs>317</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Nathan Aramovich</dc:creator>
  <cp:keywords/>
  <dc:description>generated using python-pptx</dc:description>
  <cp:lastModifiedBy>Nathan Aramovich</cp:lastModifiedBy>
  <cp:revision>2</cp:revision>
  <dcterms:created xsi:type="dcterms:W3CDTF">2013-01-27T09:14:16Z</dcterms:created>
  <dcterms:modified xsi:type="dcterms:W3CDTF">2026-07-09T02:52:33Z</dcterms:modified>
  <cp:category/>
</cp:coreProperties>
</file>