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67" r:id="rId2"/>
    <p:sldId id="256" r:id="rId3"/>
    <p:sldId id="257" r:id="rId4"/>
    <p:sldId id="258" r:id="rId5"/>
    <p:sldId id="259" r:id="rId6"/>
    <p:sldId id="260" r:id="rId7"/>
    <p:sldId id="261" r:id="rId8"/>
    <p:sldId id="262" r:id="rId9"/>
    <p:sldId id="263" r:id="rId10"/>
    <p:sldId id="264"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EE7"/>
    <a:srgbClr val="FFFFFF"/>
    <a:srgbClr val="1B1C19"/>
    <a:srgbClr val="03A7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5699EC-7039-4F95-8C53-46F8B5AE680C}" v="2" dt="2026-07-11T22:47:49.5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2" d="100"/>
          <a:sy n="92" d="100"/>
        </p:scale>
        <p:origin x="23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han Aramovich" userId="c36f02d7-80de-405b-bc96-0c274f442be4" providerId="ADAL" clId="{B6F58CB4-AA79-48E1-A786-024DB5EFAD40}"/>
    <pc:docChg chg="undo custSel addSld delSld modSld sldOrd">
      <pc:chgData name="Nathan Aramovich" userId="c36f02d7-80de-405b-bc96-0c274f442be4" providerId="ADAL" clId="{B6F58CB4-AA79-48E1-A786-024DB5EFAD40}" dt="2026-07-11T22:48:52.517" v="859" actId="20577"/>
      <pc:docMkLst>
        <pc:docMk/>
      </pc:docMkLst>
      <pc:sldChg chg="addSp delSp modSp mod setBg">
        <pc:chgData name="Nathan Aramovich" userId="c36f02d7-80de-405b-bc96-0c274f442be4" providerId="ADAL" clId="{B6F58CB4-AA79-48E1-A786-024DB5EFAD40}" dt="2026-07-11T22:48:52.517" v="859" actId="20577"/>
        <pc:sldMkLst>
          <pc:docMk/>
          <pc:sldMk cId="0" sldId="256"/>
        </pc:sldMkLst>
        <pc:spChg chg="mod">
          <ac:chgData name="Nathan Aramovich" userId="c36f02d7-80de-405b-bc96-0c274f442be4" providerId="ADAL" clId="{B6F58CB4-AA79-48E1-A786-024DB5EFAD40}" dt="2026-07-08T21:19:04.853" v="101" actId="207"/>
          <ac:spMkLst>
            <pc:docMk/>
            <pc:sldMk cId="0" sldId="256"/>
            <ac:spMk id="2" creationId="{00000000-0000-0000-0000-000000000000}"/>
          </ac:spMkLst>
        </pc:spChg>
        <pc:spChg chg="mod">
          <ac:chgData name="Nathan Aramovich" userId="c36f02d7-80de-405b-bc96-0c274f442be4" providerId="ADAL" clId="{B6F58CB4-AA79-48E1-A786-024DB5EFAD40}" dt="2026-07-08T21:18:47.809" v="3" actId="27636"/>
          <ac:spMkLst>
            <pc:docMk/>
            <pc:sldMk cId="0" sldId="256"/>
            <ac:spMk id="4" creationId="{00000000-0000-0000-0000-000000000000}"/>
          </ac:spMkLst>
        </pc:spChg>
        <pc:spChg chg="mod">
          <ac:chgData name="Nathan Aramovich" userId="c36f02d7-80de-405b-bc96-0c274f442be4" providerId="ADAL" clId="{B6F58CB4-AA79-48E1-A786-024DB5EFAD40}" dt="2026-07-08T22:32:51.855" v="549" actId="20577"/>
          <ac:spMkLst>
            <pc:docMk/>
            <pc:sldMk cId="0" sldId="256"/>
            <ac:spMk id="8" creationId="{00000000-0000-0000-0000-000000000000}"/>
          </ac:spMkLst>
        </pc:spChg>
        <pc:spChg chg="mod">
          <ac:chgData name="Nathan Aramovich" userId="c36f02d7-80de-405b-bc96-0c274f442be4" providerId="ADAL" clId="{B6F58CB4-AA79-48E1-A786-024DB5EFAD40}" dt="2026-07-08T21:18:47.821" v="10" actId="27636"/>
          <ac:spMkLst>
            <pc:docMk/>
            <pc:sldMk cId="0" sldId="256"/>
            <ac:spMk id="10" creationId="{00000000-0000-0000-0000-000000000000}"/>
          </ac:spMkLst>
        </pc:spChg>
        <pc:spChg chg="mod">
          <ac:chgData name="Nathan Aramovich" userId="c36f02d7-80de-405b-bc96-0c274f442be4" providerId="ADAL" clId="{B6F58CB4-AA79-48E1-A786-024DB5EFAD40}" dt="2026-07-08T21:18:47.824" v="11" actId="27636"/>
          <ac:spMkLst>
            <pc:docMk/>
            <pc:sldMk cId="0" sldId="256"/>
            <ac:spMk id="13" creationId="{00000000-0000-0000-0000-000000000000}"/>
          </ac:spMkLst>
        </pc:spChg>
        <pc:spChg chg="mod">
          <ac:chgData name="Nathan Aramovich" userId="c36f02d7-80de-405b-bc96-0c274f442be4" providerId="ADAL" clId="{B6F58CB4-AA79-48E1-A786-024DB5EFAD40}" dt="2026-07-08T21:18:47.809" v="7" actId="27636"/>
          <ac:spMkLst>
            <pc:docMk/>
            <pc:sldMk cId="0" sldId="256"/>
            <ac:spMk id="16" creationId="{00000000-0000-0000-0000-000000000000}"/>
          </ac:spMkLst>
        </pc:spChg>
        <pc:spChg chg="mod">
          <ac:chgData name="Nathan Aramovich" userId="c36f02d7-80de-405b-bc96-0c274f442be4" providerId="ADAL" clId="{B6F58CB4-AA79-48E1-A786-024DB5EFAD40}" dt="2026-07-08T21:18:47.821" v="9" actId="27636"/>
          <ac:spMkLst>
            <pc:docMk/>
            <pc:sldMk cId="0" sldId="256"/>
            <ac:spMk id="19" creationId="{00000000-0000-0000-0000-000000000000}"/>
          </ac:spMkLst>
        </pc:spChg>
        <pc:spChg chg="mod">
          <ac:chgData name="Nathan Aramovich" userId="c36f02d7-80de-405b-bc96-0c274f442be4" providerId="ADAL" clId="{B6F58CB4-AA79-48E1-A786-024DB5EFAD40}" dt="2026-07-08T22:32:34.271" v="543" actId="108"/>
          <ac:spMkLst>
            <pc:docMk/>
            <pc:sldMk cId="0" sldId="256"/>
            <ac:spMk id="21" creationId="{00000000-0000-0000-0000-000000000000}"/>
          </ac:spMkLst>
        </pc:spChg>
        <pc:spChg chg="mod">
          <ac:chgData name="Nathan Aramovich" userId="c36f02d7-80de-405b-bc96-0c274f442be4" providerId="ADAL" clId="{B6F58CB4-AA79-48E1-A786-024DB5EFAD40}" dt="2026-07-08T21:18:47.809" v="4" actId="27636"/>
          <ac:spMkLst>
            <pc:docMk/>
            <pc:sldMk cId="0" sldId="256"/>
            <ac:spMk id="22" creationId="{00000000-0000-0000-0000-000000000000}"/>
          </ac:spMkLst>
        </pc:spChg>
        <pc:spChg chg="mod">
          <ac:chgData name="Nathan Aramovich" userId="c36f02d7-80de-405b-bc96-0c274f442be4" providerId="ADAL" clId="{B6F58CB4-AA79-48E1-A786-024DB5EFAD40}" dt="2026-07-08T21:18:47.809" v="6" actId="27636"/>
          <ac:spMkLst>
            <pc:docMk/>
            <pc:sldMk cId="0" sldId="256"/>
            <ac:spMk id="24" creationId="{00000000-0000-0000-0000-000000000000}"/>
          </ac:spMkLst>
        </pc:spChg>
        <pc:spChg chg="mod">
          <ac:chgData name="Nathan Aramovich" userId="c36f02d7-80de-405b-bc96-0c274f442be4" providerId="ADAL" clId="{B6F58CB4-AA79-48E1-A786-024DB5EFAD40}" dt="2026-07-08T21:18:47.809" v="5" actId="27636"/>
          <ac:spMkLst>
            <pc:docMk/>
            <pc:sldMk cId="0" sldId="256"/>
            <ac:spMk id="27" creationId="{00000000-0000-0000-0000-000000000000}"/>
          </ac:spMkLst>
        </pc:spChg>
        <pc:spChg chg="mod">
          <ac:chgData name="Nathan Aramovich" userId="c36f02d7-80de-405b-bc96-0c274f442be4" providerId="ADAL" clId="{B6F58CB4-AA79-48E1-A786-024DB5EFAD40}" dt="2026-07-08T21:18:47.809" v="2" actId="27636"/>
          <ac:spMkLst>
            <pc:docMk/>
            <pc:sldMk cId="0" sldId="256"/>
            <ac:spMk id="30" creationId="{00000000-0000-0000-0000-000000000000}"/>
          </ac:spMkLst>
        </pc:spChg>
        <pc:spChg chg="mod">
          <ac:chgData name="Nathan Aramovich" userId="c36f02d7-80de-405b-bc96-0c274f442be4" providerId="ADAL" clId="{B6F58CB4-AA79-48E1-A786-024DB5EFAD40}" dt="2026-07-08T21:18:47.809" v="1" actId="27636"/>
          <ac:spMkLst>
            <pc:docMk/>
            <pc:sldMk cId="0" sldId="256"/>
            <ac:spMk id="33" creationId="{00000000-0000-0000-0000-000000000000}"/>
          </ac:spMkLst>
        </pc:spChg>
        <pc:spChg chg="mod">
          <ac:chgData name="Nathan Aramovich" userId="c36f02d7-80de-405b-bc96-0c274f442be4" providerId="ADAL" clId="{B6F58CB4-AA79-48E1-A786-024DB5EFAD40}" dt="2026-07-11T22:47:09.334" v="735" actId="14100"/>
          <ac:spMkLst>
            <pc:docMk/>
            <pc:sldMk cId="0" sldId="256"/>
            <ac:spMk id="35" creationId="{00000000-0000-0000-0000-000000000000}"/>
          </ac:spMkLst>
        </pc:spChg>
        <pc:spChg chg="mod">
          <ac:chgData name="Nathan Aramovich" userId="c36f02d7-80de-405b-bc96-0c274f442be4" providerId="ADAL" clId="{B6F58CB4-AA79-48E1-A786-024DB5EFAD40}" dt="2026-07-11T22:47:13.521" v="748" actId="1036"/>
          <ac:spMkLst>
            <pc:docMk/>
            <pc:sldMk cId="0" sldId="256"/>
            <ac:spMk id="36" creationId="{00000000-0000-0000-0000-000000000000}"/>
          </ac:spMkLst>
        </pc:spChg>
        <pc:spChg chg="add mod">
          <ac:chgData name="Nathan Aramovich" userId="c36f02d7-80de-405b-bc96-0c274f442be4" providerId="ADAL" clId="{B6F58CB4-AA79-48E1-A786-024DB5EFAD40}" dt="2026-07-11T22:48:52.517" v="859" actId="20577"/>
          <ac:spMkLst>
            <pc:docMk/>
            <pc:sldMk cId="0" sldId="256"/>
            <ac:spMk id="41" creationId="{252D6B29-4919-28AF-445B-2F8D91120ECA}"/>
          </ac:spMkLst>
        </pc:spChg>
        <pc:picChg chg="add mod">
          <ac:chgData name="Nathan Aramovich" userId="c36f02d7-80de-405b-bc96-0c274f442be4" providerId="ADAL" clId="{B6F58CB4-AA79-48E1-A786-024DB5EFAD40}" dt="2026-07-11T22:47:45.207" v="752" actId="1076"/>
          <ac:picMkLst>
            <pc:docMk/>
            <pc:sldMk cId="0" sldId="256"/>
            <ac:picMk id="40" creationId="{92830CDC-2B5B-6248-E163-F3A32C3CC0CC}"/>
          </ac:picMkLst>
        </pc:picChg>
      </pc:sldChg>
      <pc:sldChg chg="addSp delSp modSp mod">
        <pc:chgData name="Nathan Aramovich" userId="c36f02d7-80de-405b-bc96-0c274f442be4" providerId="ADAL" clId="{B6F58CB4-AA79-48E1-A786-024DB5EFAD40}" dt="2026-07-08T22:33:42.921" v="554" actId="27636"/>
        <pc:sldMkLst>
          <pc:docMk/>
          <pc:sldMk cId="0" sldId="257"/>
        </pc:sldMkLst>
        <pc:spChg chg="mod">
          <ac:chgData name="Nathan Aramovich" userId="c36f02d7-80de-405b-bc96-0c274f442be4" providerId="ADAL" clId="{B6F58CB4-AA79-48E1-A786-024DB5EFAD40}" dt="2026-07-08T21:18:47.841" v="16" actId="27636"/>
          <ac:spMkLst>
            <pc:docMk/>
            <pc:sldMk cId="0" sldId="257"/>
            <ac:spMk id="2" creationId="{00000000-0000-0000-0000-000000000000}"/>
          </ac:spMkLst>
        </pc:spChg>
        <pc:spChg chg="mod">
          <ac:chgData name="Nathan Aramovich" userId="c36f02d7-80de-405b-bc96-0c274f442be4" providerId="ADAL" clId="{B6F58CB4-AA79-48E1-A786-024DB5EFAD40}" dt="2026-07-08T22:33:31.494" v="552" actId="14100"/>
          <ac:spMkLst>
            <pc:docMk/>
            <pc:sldMk cId="0" sldId="257"/>
            <ac:spMk id="4" creationId="{00000000-0000-0000-0000-000000000000}"/>
          </ac:spMkLst>
        </pc:spChg>
        <pc:spChg chg="mod">
          <ac:chgData name="Nathan Aramovich" userId="c36f02d7-80de-405b-bc96-0c274f442be4" providerId="ADAL" clId="{B6F58CB4-AA79-48E1-A786-024DB5EFAD40}" dt="2026-07-08T21:18:47.841" v="13" actId="27636"/>
          <ac:spMkLst>
            <pc:docMk/>
            <pc:sldMk cId="0" sldId="257"/>
            <ac:spMk id="7" creationId="{00000000-0000-0000-0000-000000000000}"/>
          </ac:spMkLst>
        </pc:spChg>
        <pc:spChg chg="mod">
          <ac:chgData name="Nathan Aramovich" userId="c36f02d7-80de-405b-bc96-0c274f442be4" providerId="ADAL" clId="{B6F58CB4-AA79-48E1-A786-024DB5EFAD40}" dt="2026-07-08T21:18:47.841" v="14" actId="27636"/>
          <ac:spMkLst>
            <pc:docMk/>
            <pc:sldMk cId="0" sldId="257"/>
            <ac:spMk id="10" creationId="{00000000-0000-0000-0000-000000000000}"/>
          </ac:spMkLst>
        </pc:spChg>
        <pc:spChg chg="mod">
          <ac:chgData name="Nathan Aramovich" userId="c36f02d7-80de-405b-bc96-0c274f442be4" providerId="ADAL" clId="{B6F58CB4-AA79-48E1-A786-024DB5EFAD40}" dt="2026-07-08T21:18:47.841" v="15" actId="27636"/>
          <ac:spMkLst>
            <pc:docMk/>
            <pc:sldMk cId="0" sldId="257"/>
            <ac:spMk id="13" creationId="{00000000-0000-0000-0000-000000000000}"/>
          </ac:spMkLst>
        </pc:spChg>
        <pc:spChg chg="mod">
          <ac:chgData name="Nathan Aramovich" userId="c36f02d7-80de-405b-bc96-0c274f442be4" providerId="ADAL" clId="{B6F58CB4-AA79-48E1-A786-024DB5EFAD40}" dt="2026-07-08T21:21:16.560" v="128" actId="14100"/>
          <ac:spMkLst>
            <pc:docMk/>
            <pc:sldMk cId="0" sldId="257"/>
            <ac:spMk id="17" creationId="{00000000-0000-0000-0000-000000000000}"/>
          </ac:spMkLst>
        </pc:spChg>
        <pc:spChg chg="mod">
          <ac:chgData name="Nathan Aramovich" userId="c36f02d7-80de-405b-bc96-0c274f442be4" providerId="ADAL" clId="{B6F58CB4-AA79-48E1-A786-024DB5EFAD40}" dt="2026-07-08T22:33:42.921" v="554" actId="27636"/>
          <ac:spMkLst>
            <pc:docMk/>
            <pc:sldMk cId="0" sldId="257"/>
            <ac:spMk id="19" creationId="{00000000-0000-0000-0000-000000000000}"/>
          </ac:spMkLst>
        </pc:spChg>
        <pc:picChg chg="add mod">
          <ac:chgData name="Nathan Aramovich" userId="c36f02d7-80de-405b-bc96-0c274f442be4" providerId="ADAL" clId="{B6F58CB4-AA79-48E1-A786-024DB5EFAD40}" dt="2026-07-08T21:20:23.966" v="107" actId="14100"/>
          <ac:picMkLst>
            <pc:docMk/>
            <pc:sldMk cId="0" sldId="257"/>
            <ac:picMk id="23" creationId="{965DC892-28E5-DB9A-9125-1F39A7B5C76C}"/>
          </ac:picMkLst>
        </pc:picChg>
      </pc:sldChg>
      <pc:sldChg chg="modSp mod">
        <pc:chgData name="Nathan Aramovich" userId="c36f02d7-80de-405b-bc96-0c274f442be4" providerId="ADAL" clId="{B6F58CB4-AA79-48E1-A786-024DB5EFAD40}" dt="2026-07-08T22:34:42.113" v="587" actId="20577"/>
        <pc:sldMkLst>
          <pc:docMk/>
          <pc:sldMk cId="0" sldId="258"/>
        </pc:sldMkLst>
        <pc:spChg chg="mod">
          <ac:chgData name="Nathan Aramovich" userId="c36f02d7-80de-405b-bc96-0c274f442be4" providerId="ADAL" clId="{B6F58CB4-AA79-48E1-A786-024DB5EFAD40}" dt="2026-07-08T21:18:47.841" v="21" actId="27636"/>
          <ac:spMkLst>
            <pc:docMk/>
            <pc:sldMk cId="0" sldId="258"/>
            <ac:spMk id="2" creationId="{00000000-0000-0000-0000-000000000000}"/>
          </ac:spMkLst>
        </pc:spChg>
        <pc:spChg chg="mod">
          <ac:chgData name="Nathan Aramovich" userId="c36f02d7-80de-405b-bc96-0c274f442be4" providerId="ADAL" clId="{B6F58CB4-AA79-48E1-A786-024DB5EFAD40}" dt="2026-07-08T21:22:03.538" v="148" actId="1035"/>
          <ac:spMkLst>
            <pc:docMk/>
            <pc:sldMk cId="0" sldId="258"/>
            <ac:spMk id="6" creationId="{00000000-0000-0000-0000-000000000000}"/>
          </ac:spMkLst>
        </pc:spChg>
        <pc:spChg chg="mod">
          <ac:chgData name="Nathan Aramovich" userId="c36f02d7-80de-405b-bc96-0c274f442be4" providerId="ADAL" clId="{B6F58CB4-AA79-48E1-A786-024DB5EFAD40}" dt="2026-07-08T22:34:11.852" v="579" actId="27636"/>
          <ac:spMkLst>
            <pc:docMk/>
            <pc:sldMk cId="0" sldId="258"/>
            <ac:spMk id="8" creationId="{00000000-0000-0000-0000-000000000000}"/>
          </ac:spMkLst>
        </pc:spChg>
        <pc:spChg chg="mod">
          <ac:chgData name="Nathan Aramovich" userId="c36f02d7-80de-405b-bc96-0c274f442be4" providerId="ADAL" clId="{B6F58CB4-AA79-48E1-A786-024DB5EFAD40}" dt="2026-07-08T21:22:03.538" v="148" actId="1035"/>
          <ac:spMkLst>
            <pc:docMk/>
            <pc:sldMk cId="0" sldId="258"/>
            <ac:spMk id="11" creationId="{00000000-0000-0000-0000-000000000000}"/>
          </ac:spMkLst>
        </pc:spChg>
        <pc:spChg chg="mod">
          <ac:chgData name="Nathan Aramovich" userId="c36f02d7-80de-405b-bc96-0c274f442be4" providerId="ADAL" clId="{B6F58CB4-AA79-48E1-A786-024DB5EFAD40}" dt="2026-07-08T21:22:03.538" v="148" actId="1035"/>
          <ac:spMkLst>
            <pc:docMk/>
            <pc:sldMk cId="0" sldId="258"/>
            <ac:spMk id="16" creationId="{00000000-0000-0000-0000-000000000000}"/>
          </ac:spMkLst>
        </pc:spChg>
        <pc:spChg chg="mod">
          <ac:chgData name="Nathan Aramovich" userId="c36f02d7-80de-405b-bc96-0c274f442be4" providerId="ADAL" clId="{B6F58CB4-AA79-48E1-A786-024DB5EFAD40}" dt="2026-07-08T21:22:03.538" v="148" actId="1035"/>
          <ac:spMkLst>
            <pc:docMk/>
            <pc:sldMk cId="0" sldId="258"/>
            <ac:spMk id="21" creationId="{00000000-0000-0000-0000-000000000000}"/>
          </ac:spMkLst>
        </pc:spChg>
        <pc:spChg chg="mod">
          <ac:chgData name="Nathan Aramovich" userId="c36f02d7-80de-405b-bc96-0c274f442be4" providerId="ADAL" clId="{B6F58CB4-AA79-48E1-A786-024DB5EFAD40}" dt="2026-07-08T21:22:03.538" v="148" actId="1035"/>
          <ac:spMkLst>
            <pc:docMk/>
            <pc:sldMk cId="0" sldId="258"/>
            <ac:spMk id="26" creationId="{00000000-0000-0000-0000-000000000000}"/>
          </ac:spMkLst>
        </pc:spChg>
        <pc:spChg chg="mod">
          <ac:chgData name="Nathan Aramovich" userId="c36f02d7-80de-405b-bc96-0c274f442be4" providerId="ADAL" clId="{B6F58CB4-AA79-48E1-A786-024DB5EFAD40}" dt="2026-07-08T22:34:42.113" v="587" actId="20577"/>
          <ac:spMkLst>
            <pc:docMk/>
            <pc:sldMk cId="0" sldId="258"/>
            <ac:spMk id="30" creationId="{00000000-0000-0000-0000-000000000000}"/>
          </ac:spMkLst>
        </pc:spChg>
      </pc:sldChg>
      <pc:sldChg chg="addSp delSp modSp mod">
        <pc:chgData name="Nathan Aramovich" userId="c36f02d7-80de-405b-bc96-0c274f442be4" providerId="ADAL" clId="{B6F58CB4-AA79-48E1-A786-024DB5EFAD40}" dt="2026-07-08T21:23:07.021" v="173" actId="207"/>
        <pc:sldMkLst>
          <pc:docMk/>
          <pc:sldMk cId="0" sldId="259"/>
        </pc:sldMkLst>
        <pc:spChg chg="mod">
          <ac:chgData name="Nathan Aramovich" userId="c36f02d7-80de-405b-bc96-0c274f442be4" providerId="ADAL" clId="{B6F58CB4-AA79-48E1-A786-024DB5EFAD40}" dt="2026-07-08T21:18:47.856" v="26" actId="27636"/>
          <ac:spMkLst>
            <pc:docMk/>
            <pc:sldMk cId="0" sldId="259"/>
            <ac:spMk id="2" creationId="{00000000-0000-0000-0000-000000000000}"/>
          </ac:spMkLst>
        </pc:spChg>
        <pc:spChg chg="mod">
          <ac:chgData name="Nathan Aramovich" userId="c36f02d7-80de-405b-bc96-0c274f442be4" providerId="ADAL" clId="{B6F58CB4-AA79-48E1-A786-024DB5EFAD40}" dt="2026-07-08T21:22:56.063" v="172" actId="403"/>
          <ac:spMkLst>
            <pc:docMk/>
            <pc:sldMk cId="0" sldId="259"/>
            <ac:spMk id="4" creationId="{00000000-0000-0000-0000-000000000000}"/>
          </ac:spMkLst>
        </pc:spChg>
        <pc:spChg chg="mod">
          <ac:chgData name="Nathan Aramovich" userId="c36f02d7-80de-405b-bc96-0c274f442be4" providerId="ADAL" clId="{B6F58CB4-AA79-48E1-A786-024DB5EFAD40}" dt="2026-07-08T21:18:47.856" v="30" actId="27636"/>
          <ac:spMkLst>
            <pc:docMk/>
            <pc:sldMk cId="0" sldId="259"/>
            <ac:spMk id="6" creationId="{00000000-0000-0000-0000-000000000000}"/>
          </ac:spMkLst>
        </pc:spChg>
        <pc:spChg chg="mod">
          <ac:chgData name="Nathan Aramovich" userId="c36f02d7-80de-405b-bc96-0c274f442be4" providerId="ADAL" clId="{B6F58CB4-AA79-48E1-A786-024DB5EFAD40}" dt="2026-07-08T21:18:47.856" v="27" actId="27636"/>
          <ac:spMkLst>
            <pc:docMk/>
            <pc:sldMk cId="0" sldId="259"/>
            <ac:spMk id="8" creationId="{00000000-0000-0000-0000-000000000000}"/>
          </ac:spMkLst>
        </pc:spChg>
        <pc:spChg chg="mod">
          <ac:chgData name="Nathan Aramovich" userId="c36f02d7-80de-405b-bc96-0c274f442be4" providerId="ADAL" clId="{B6F58CB4-AA79-48E1-A786-024DB5EFAD40}" dt="2026-07-08T21:18:47.856" v="33" actId="27636"/>
          <ac:spMkLst>
            <pc:docMk/>
            <pc:sldMk cId="0" sldId="259"/>
            <ac:spMk id="10" creationId="{00000000-0000-0000-0000-000000000000}"/>
          </ac:spMkLst>
        </pc:spChg>
        <pc:spChg chg="mod">
          <ac:chgData name="Nathan Aramovich" userId="c36f02d7-80de-405b-bc96-0c274f442be4" providerId="ADAL" clId="{B6F58CB4-AA79-48E1-A786-024DB5EFAD40}" dt="2026-07-08T21:22:56.063" v="172" actId="403"/>
          <ac:spMkLst>
            <pc:docMk/>
            <pc:sldMk cId="0" sldId="259"/>
            <ac:spMk id="13" creationId="{00000000-0000-0000-0000-000000000000}"/>
          </ac:spMkLst>
        </pc:spChg>
        <pc:spChg chg="mod">
          <ac:chgData name="Nathan Aramovich" userId="c36f02d7-80de-405b-bc96-0c274f442be4" providerId="ADAL" clId="{B6F58CB4-AA79-48E1-A786-024DB5EFAD40}" dt="2026-07-08T21:23:07.021" v="173" actId="207"/>
          <ac:spMkLst>
            <pc:docMk/>
            <pc:sldMk cId="0" sldId="259"/>
            <ac:spMk id="14" creationId="{00000000-0000-0000-0000-000000000000}"/>
          </ac:spMkLst>
        </pc:spChg>
        <pc:spChg chg="mod">
          <ac:chgData name="Nathan Aramovich" userId="c36f02d7-80de-405b-bc96-0c274f442be4" providerId="ADAL" clId="{B6F58CB4-AA79-48E1-A786-024DB5EFAD40}" dt="2026-07-08T21:18:47.856" v="32" actId="27636"/>
          <ac:spMkLst>
            <pc:docMk/>
            <pc:sldMk cId="0" sldId="259"/>
            <ac:spMk id="15" creationId="{00000000-0000-0000-0000-000000000000}"/>
          </ac:spMkLst>
        </pc:spChg>
        <pc:spChg chg="mod">
          <ac:chgData name="Nathan Aramovich" userId="c36f02d7-80de-405b-bc96-0c274f442be4" providerId="ADAL" clId="{B6F58CB4-AA79-48E1-A786-024DB5EFAD40}" dt="2026-07-08T21:18:47.856" v="29" actId="27636"/>
          <ac:spMkLst>
            <pc:docMk/>
            <pc:sldMk cId="0" sldId="259"/>
            <ac:spMk id="17" creationId="{00000000-0000-0000-0000-000000000000}"/>
          </ac:spMkLst>
        </pc:spChg>
        <pc:spChg chg="mod">
          <ac:chgData name="Nathan Aramovich" userId="c36f02d7-80de-405b-bc96-0c274f442be4" providerId="ADAL" clId="{B6F58CB4-AA79-48E1-A786-024DB5EFAD40}" dt="2026-07-08T21:18:47.856" v="28" actId="27636"/>
          <ac:spMkLst>
            <pc:docMk/>
            <pc:sldMk cId="0" sldId="259"/>
            <ac:spMk id="19" creationId="{00000000-0000-0000-0000-000000000000}"/>
          </ac:spMkLst>
        </pc:spChg>
        <pc:spChg chg="mod">
          <ac:chgData name="Nathan Aramovich" userId="c36f02d7-80de-405b-bc96-0c274f442be4" providerId="ADAL" clId="{B6F58CB4-AA79-48E1-A786-024DB5EFAD40}" dt="2026-07-08T21:18:47.856" v="31" actId="27636"/>
          <ac:spMkLst>
            <pc:docMk/>
            <pc:sldMk cId="0" sldId="259"/>
            <ac:spMk id="22" creationId="{00000000-0000-0000-0000-000000000000}"/>
          </ac:spMkLst>
        </pc:spChg>
        <pc:spChg chg="add mod">
          <ac:chgData name="Nathan Aramovich" userId="c36f02d7-80de-405b-bc96-0c274f442be4" providerId="ADAL" clId="{B6F58CB4-AA79-48E1-A786-024DB5EFAD40}" dt="2026-07-08T21:22:44.504" v="163" actId="207"/>
          <ac:spMkLst>
            <pc:docMk/>
            <pc:sldMk cId="0" sldId="259"/>
            <ac:spMk id="25" creationId="{885D5FA7-EF2B-4BA4-78B6-2F03EBD167C2}"/>
          </ac:spMkLst>
        </pc:spChg>
      </pc:sldChg>
      <pc:sldChg chg="addSp delSp modSp mod">
        <pc:chgData name="Nathan Aramovich" userId="c36f02d7-80de-405b-bc96-0c274f442be4" providerId="ADAL" clId="{B6F58CB4-AA79-48E1-A786-024DB5EFAD40}" dt="2026-07-08T21:24:33.755" v="249" actId="1036"/>
        <pc:sldMkLst>
          <pc:docMk/>
          <pc:sldMk cId="0" sldId="260"/>
        </pc:sldMkLst>
        <pc:spChg chg="mod">
          <ac:chgData name="Nathan Aramovich" userId="c36f02d7-80de-405b-bc96-0c274f442be4" providerId="ADAL" clId="{B6F58CB4-AA79-48E1-A786-024DB5EFAD40}" dt="2026-07-08T21:18:47.856" v="35" actId="27636"/>
          <ac:spMkLst>
            <pc:docMk/>
            <pc:sldMk cId="0" sldId="260"/>
            <ac:spMk id="2" creationId="{00000000-0000-0000-0000-000000000000}"/>
          </ac:spMkLst>
        </pc:spChg>
        <pc:spChg chg="mod">
          <ac:chgData name="Nathan Aramovich" userId="c36f02d7-80de-405b-bc96-0c274f442be4" providerId="ADAL" clId="{B6F58CB4-AA79-48E1-A786-024DB5EFAD40}" dt="2026-07-08T21:24:22.838" v="231" actId="1036"/>
          <ac:spMkLst>
            <pc:docMk/>
            <pc:sldMk cId="0" sldId="260"/>
            <ac:spMk id="20" creationId="{00000000-0000-0000-0000-000000000000}"/>
          </ac:spMkLst>
        </pc:spChg>
        <pc:spChg chg="mod">
          <ac:chgData name="Nathan Aramovich" userId="c36f02d7-80de-405b-bc96-0c274f442be4" providerId="ADAL" clId="{B6F58CB4-AA79-48E1-A786-024DB5EFAD40}" dt="2026-07-08T21:24:11.188" v="212" actId="1036"/>
          <ac:spMkLst>
            <pc:docMk/>
            <pc:sldMk cId="0" sldId="260"/>
            <ac:spMk id="21" creationId="{00000000-0000-0000-0000-000000000000}"/>
          </ac:spMkLst>
        </pc:spChg>
        <pc:spChg chg="mod">
          <ac:chgData name="Nathan Aramovich" userId="c36f02d7-80de-405b-bc96-0c274f442be4" providerId="ADAL" clId="{B6F58CB4-AA79-48E1-A786-024DB5EFAD40}" dt="2026-07-08T21:18:47.856" v="34" actId="27636"/>
          <ac:spMkLst>
            <pc:docMk/>
            <pc:sldMk cId="0" sldId="260"/>
            <ac:spMk id="24" creationId="{00000000-0000-0000-0000-000000000000}"/>
          </ac:spMkLst>
        </pc:spChg>
        <pc:spChg chg="mod">
          <ac:chgData name="Nathan Aramovich" userId="c36f02d7-80de-405b-bc96-0c274f442be4" providerId="ADAL" clId="{B6F58CB4-AA79-48E1-A786-024DB5EFAD40}" dt="2026-07-08T21:18:47.872" v="37" actId="27636"/>
          <ac:spMkLst>
            <pc:docMk/>
            <pc:sldMk cId="0" sldId="260"/>
            <ac:spMk id="27" creationId="{00000000-0000-0000-0000-000000000000}"/>
          </ac:spMkLst>
        </pc:spChg>
        <pc:spChg chg="mod">
          <ac:chgData name="Nathan Aramovich" userId="c36f02d7-80de-405b-bc96-0c274f442be4" providerId="ADAL" clId="{B6F58CB4-AA79-48E1-A786-024DB5EFAD40}" dt="2026-07-08T21:18:47.871" v="36" actId="27636"/>
          <ac:spMkLst>
            <pc:docMk/>
            <pc:sldMk cId="0" sldId="260"/>
            <ac:spMk id="30" creationId="{00000000-0000-0000-0000-000000000000}"/>
          </ac:spMkLst>
        </pc:spChg>
        <pc:spChg chg="mod">
          <ac:chgData name="Nathan Aramovich" userId="c36f02d7-80de-405b-bc96-0c274f442be4" providerId="ADAL" clId="{B6F58CB4-AA79-48E1-A786-024DB5EFAD40}" dt="2026-07-08T21:24:30.589" v="232" actId="164"/>
          <ac:spMkLst>
            <pc:docMk/>
            <pc:sldMk cId="0" sldId="260"/>
            <ac:spMk id="32" creationId="{00000000-0000-0000-0000-000000000000}"/>
          </ac:spMkLst>
        </pc:spChg>
        <pc:spChg chg="mod">
          <ac:chgData name="Nathan Aramovich" userId="c36f02d7-80de-405b-bc96-0c274f442be4" providerId="ADAL" clId="{B6F58CB4-AA79-48E1-A786-024DB5EFAD40}" dt="2026-07-08T21:24:30.589" v="232" actId="164"/>
          <ac:spMkLst>
            <pc:docMk/>
            <pc:sldMk cId="0" sldId="260"/>
            <ac:spMk id="33" creationId="{00000000-0000-0000-0000-000000000000}"/>
          </ac:spMkLst>
        </pc:spChg>
        <pc:grpChg chg="add mod">
          <ac:chgData name="Nathan Aramovich" userId="c36f02d7-80de-405b-bc96-0c274f442be4" providerId="ADAL" clId="{B6F58CB4-AA79-48E1-A786-024DB5EFAD40}" dt="2026-07-08T21:24:33.755" v="249" actId="1036"/>
          <ac:grpSpMkLst>
            <pc:docMk/>
            <pc:sldMk cId="0" sldId="260"/>
            <ac:grpSpMk id="37" creationId="{11B655C6-56DC-A517-0FE7-33803B8ED2F1}"/>
          </ac:grpSpMkLst>
        </pc:grpChg>
        <pc:picChg chg="add mod">
          <ac:chgData name="Nathan Aramovich" userId="c36f02d7-80de-405b-bc96-0c274f442be4" providerId="ADAL" clId="{B6F58CB4-AA79-48E1-A786-024DB5EFAD40}" dt="2026-07-08T21:24:22.838" v="231" actId="1036"/>
          <ac:picMkLst>
            <pc:docMk/>
            <pc:sldMk cId="0" sldId="260"/>
            <ac:picMk id="36" creationId="{FC444BFB-D4B8-99CF-1209-802604A46FD6}"/>
          </ac:picMkLst>
        </pc:picChg>
      </pc:sldChg>
      <pc:sldChg chg="addSp delSp modSp mod">
        <pc:chgData name="Nathan Aramovich" userId="c36f02d7-80de-405b-bc96-0c274f442be4" providerId="ADAL" clId="{B6F58CB4-AA79-48E1-A786-024DB5EFAD40}" dt="2026-07-08T22:24:22.674" v="363" actId="27636"/>
        <pc:sldMkLst>
          <pc:docMk/>
          <pc:sldMk cId="0" sldId="261"/>
        </pc:sldMkLst>
        <pc:spChg chg="mod">
          <ac:chgData name="Nathan Aramovich" userId="c36f02d7-80de-405b-bc96-0c274f442be4" providerId="ADAL" clId="{B6F58CB4-AA79-48E1-A786-024DB5EFAD40}" dt="2026-07-08T21:18:47.872" v="48" actId="27636"/>
          <ac:spMkLst>
            <pc:docMk/>
            <pc:sldMk cId="0" sldId="261"/>
            <ac:spMk id="2" creationId="{00000000-0000-0000-0000-000000000000}"/>
          </ac:spMkLst>
        </pc:spChg>
        <pc:spChg chg="mod">
          <ac:chgData name="Nathan Aramovich" userId="c36f02d7-80de-405b-bc96-0c274f442be4" providerId="ADAL" clId="{B6F58CB4-AA79-48E1-A786-024DB5EFAD40}" dt="2026-07-08T21:24:45.971" v="265" actId="1036"/>
          <ac:spMkLst>
            <pc:docMk/>
            <pc:sldMk cId="0" sldId="261"/>
            <ac:spMk id="19" creationId="{00000000-0000-0000-0000-000000000000}"/>
          </ac:spMkLst>
        </pc:spChg>
        <pc:spChg chg="mod">
          <ac:chgData name="Nathan Aramovich" userId="c36f02d7-80de-405b-bc96-0c274f442be4" providerId="ADAL" clId="{B6F58CB4-AA79-48E1-A786-024DB5EFAD40}" dt="2026-07-08T21:18:47.872" v="44" actId="27636"/>
          <ac:spMkLst>
            <pc:docMk/>
            <pc:sldMk cId="0" sldId="261"/>
            <ac:spMk id="22" creationId="{00000000-0000-0000-0000-000000000000}"/>
          </ac:spMkLst>
        </pc:spChg>
        <pc:spChg chg="mod">
          <ac:chgData name="Nathan Aramovich" userId="c36f02d7-80de-405b-bc96-0c274f442be4" providerId="ADAL" clId="{B6F58CB4-AA79-48E1-A786-024DB5EFAD40}" dt="2026-07-08T21:18:47.872" v="45" actId="27636"/>
          <ac:spMkLst>
            <pc:docMk/>
            <pc:sldMk cId="0" sldId="261"/>
            <ac:spMk id="25" creationId="{00000000-0000-0000-0000-000000000000}"/>
          </ac:spMkLst>
        </pc:spChg>
        <pc:spChg chg="mod">
          <ac:chgData name="Nathan Aramovich" userId="c36f02d7-80de-405b-bc96-0c274f442be4" providerId="ADAL" clId="{B6F58CB4-AA79-48E1-A786-024DB5EFAD40}" dt="2026-07-08T21:18:47.888" v="50" actId="27636"/>
          <ac:spMkLst>
            <pc:docMk/>
            <pc:sldMk cId="0" sldId="261"/>
            <ac:spMk id="28" creationId="{00000000-0000-0000-0000-000000000000}"/>
          </ac:spMkLst>
        </pc:spChg>
        <pc:spChg chg="mod">
          <ac:chgData name="Nathan Aramovich" userId="c36f02d7-80de-405b-bc96-0c274f442be4" providerId="ADAL" clId="{B6F58CB4-AA79-48E1-A786-024DB5EFAD40}" dt="2026-07-08T21:25:54.904" v="277" actId="164"/>
          <ac:spMkLst>
            <pc:docMk/>
            <pc:sldMk cId="0" sldId="261"/>
            <ac:spMk id="31" creationId="{00000000-0000-0000-0000-000000000000}"/>
          </ac:spMkLst>
        </pc:spChg>
        <pc:spChg chg="mod">
          <ac:chgData name="Nathan Aramovich" userId="c36f02d7-80de-405b-bc96-0c274f442be4" providerId="ADAL" clId="{B6F58CB4-AA79-48E1-A786-024DB5EFAD40}" dt="2026-07-08T21:25:54.904" v="277" actId="164"/>
          <ac:spMkLst>
            <pc:docMk/>
            <pc:sldMk cId="0" sldId="261"/>
            <ac:spMk id="33" creationId="{00000000-0000-0000-0000-000000000000}"/>
          </ac:spMkLst>
        </pc:spChg>
        <pc:spChg chg="mod">
          <ac:chgData name="Nathan Aramovich" userId="c36f02d7-80de-405b-bc96-0c274f442be4" providerId="ADAL" clId="{B6F58CB4-AA79-48E1-A786-024DB5EFAD40}" dt="2026-07-08T21:25:54.904" v="277" actId="164"/>
          <ac:spMkLst>
            <pc:docMk/>
            <pc:sldMk cId="0" sldId="261"/>
            <ac:spMk id="34" creationId="{00000000-0000-0000-0000-000000000000}"/>
          </ac:spMkLst>
        </pc:spChg>
        <pc:spChg chg="mod">
          <ac:chgData name="Nathan Aramovich" userId="c36f02d7-80de-405b-bc96-0c274f442be4" providerId="ADAL" clId="{B6F58CB4-AA79-48E1-A786-024DB5EFAD40}" dt="2026-07-08T21:18:47.872" v="43" actId="27636"/>
          <ac:spMkLst>
            <pc:docMk/>
            <pc:sldMk cId="0" sldId="261"/>
            <ac:spMk id="35" creationId="{00000000-0000-0000-0000-000000000000}"/>
          </ac:spMkLst>
        </pc:spChg>
        <pc:spChg chg="mod">
          <ac:chgData name="Nathan Aramovich" userId="c36f02d7-80de-405b-bc96-0c274f442be4" providerId="ADAL" clId="{B6F58CB4-AA79-48E1-A786-024DB5EFAD40}" dt="2026-07-08T21:25:54.904" v="277" actId="164"/>
          <ac:spMkLst>
            <pc:docMk/>
            <pc:sldMk cId="0" sldId="261"/>
            <ac:spMk id="36" creationId="{00000000-0000-0000-0000-000000000000}"/>
          </ac:spMkLst>
        </pc:spChg>
        <pc:spChg chg="mod">
          <ac:chgData name="Nathan Aramovich" userId="c36f02d7-80de-405b-bc96-0c274f442be4" providerId="ADAL" clId="{B6F58CB4-AA79-48E1-A786-024DB5EFAD40}" dt="2026-07-08T21:25:54.904" v="277" actId="164"/>
          <ac:spMkLst>
            <pc:docMk/>
            <pc:sldMk cId="0" sldId="261"/>
            <ac:spMk id="37" creationId="{00000000-0000-0000-0000-000000000000}"/>
          </ac:spMkLst>
        </pc:spChg>
        <pc:spChg chg="mod">
          <ac:chgData name="Nathan Aramovich" userId="c36f02d7-80de-405b-bc96-0c274f442be4" providerId="ADAL" clId="{B6F58CB4-AA79-48E1-A786-024DB5EFAD40}" dt="2026-07-08T21:25:54.904" v="277" actId="164"/>
          <ac:spMkLst>
            <pc:docMk/>
            <pc:sldMk cId="0" sldId="261"/>
            <ac:spMk id="38" creationId="{00000000-0000-0000-0000-000000000000}"/>
          </ac:spMkLst>
        </pc:spChg>
        <pc:spChg chg="mod">
          <ac:chgData name="Nathan Aramovich" userId="c36f02d7-80de-405b-bc96-0c274f442be4" providerId="ADAL" clId="{B6F58CB4-AA79-48E1-A786-024DB5EFAD40}" dt="2026-07-08T21:25:54.904" v="277" actId="164"/>
          <ac:spMkLst>
            <pc:docMk/>
            <pc:sldMk cId="0" sldId="261"/>
            <ac:spMk id="39" creationId="{00000000-0000-0000-0000-000000000000}"/>
          </ac:spMkLst>
        </pc:spChg>
        <pc:spChg chg="mod">
          <ac:chgData name="Nathan Aramovich" userId="c36f02d7-80de-405b-bc96-0c274f442be4" providerId="ADAL" clId="{B6F58CB4-AA79-48E1-A786-024DB5EFAD40}" dt="2026-07-08T21:25:54.904" v="277" actId="164"/>
          <ac:spMkLst>
            <pc:docMk/>
            <pc:sldMk cId="0" sldId="261"/>
            <ac:spMk id="41" creationId="{00000000-0000-0000-0000-000000000000}"/>
          </ac:spMkLst>
        </pc:spChg>
        <pc:spChg chg="mod">
          <ac:chgData name="Nathan Aramovich" userId="c36f02d7-80de-405b-bc96-0c274f442be4" providerId="ADAL" clId="{B6F58CB4-AA79-48E1-A786-024DB5EFAD40}" dt="2026-07-08T21:25:54.904" v="277" actId="164"/>
          <ac:spMkLst>
            <pc:docMk/>
            <pc:sldMk cId="0" sldId="261"/>
            <ac:spMk id="43" creationId="{00000000-0000-0000-0000-000000000000}"/>
          </ac:spMkLst>
        </pc:spChg>
        <pc:spChg chg="mod">
          <ac:chgData name="Nathan Aramovich" userId="c36f02d7-80de-405b-bc96-0c274f442be4" providerId="ADAL" clId="{B6F58CB4-AA79-48E1-A786-024DB5EFAD40}" dt="2026-07-08T21:25:54.904" v="277" actId="164"/>
          <ac:spMkLst>
            <pc:docMk/>
            <pc:sldMk cId="0" sldId="261"/>
            <ac:spMk id="44" creationId="{00000000-0000-0000-0000-000000000000}"/>
          </ac:spMkLst>
        </pc:spChg>
        <pc:spChg chg="mod">
          <ac:chgData name="Nathan Aramovich" userId="c36f02d7-80de-405b-bc96-0c274f442be4" providerId="ADAL" clId="{B6F58CB4-AA79-48E1-A786-024DB5EFAD40}" dt="2026-07-08T21:18:47.887" v="49" actId="27636"/>
          <ac:spMkLst>
            <pc:docMk/>
            <pc:sldMk cId="0" sldId="261"/>
            <ac:spMk id="45" creationId="{00000000-0000-0000-0000-000000000000}"/>
          </ac:spMkLst>
        </pc:spChg>
        <pc:spChg chg="mod">
          <ac:chgData name="Nathan Aramovich" userId="c36f02d7-80de-405b-bc96-0c274f442be4" providerId="ADAL" clId="{B6F58CB4-AA79-48E1-A786-024DB5EFAD40}" dt="2026-07-08T21:26:21.608" v="341" actId="1038"/>
          <ac:spMkLst>
            <pc:docMk/>
            <pc:sldMk cId="0" sldId="261"/>
            <ac:spMk id="46" creationId="{00000000-0000-0000-0000-000000000000}"/>
          </ac:spMkLst>
        </pc:spChg>
        <pc:spChg chg="mod">
          <ac:chgData name="Nathan Aramovich" userId="c36f02d7-80de-405b-bc96-0c274f442be4" providerId="ADAL" clId="{B6F58CB4-AA79-48E1-A786-024DB5EFAD40}" dt="2026-07-08T22:24:22.674" v="363" actId="27636"/>
          <ac:spMkLst>
            <pc:docMk/>
            <pc:sldMk cId="0" sldId="261"/>
            <ac:spMk id="47" creationId="{00000000-0000-0000-0000-000000000000}"/>
          </ac:spMkLst>
        </pc:spChg>
        <pc:spChg chg="mod">
          <ac:chgData name="Nathan Aramovich" userId="c36f02d7-80de-405b-bc96-0c274f442be4" providerId="ADAL" clId="{B6F58CB4-AA79-48E1-A786-024DB5EFAD40}" dt="2026-07-08T21:25:00.092" v="267"/>
          <ac:spMkLst>
            <pc:docMk/>
            <pc:sldMk cId="0" sldId="261"/>
            <ac:spMk id="52" creationId="{501877C6-9A28-5749-D7D8-DB7BA2258CAF}"/>
          </ac:spMkLst>
        </pc:spChg>
        <pc:spChg chg="mod">
          <ac:chgData name="Nathan Aramovich" userId="c36f02d7-80de-405b-bc96-0c274f442be4" providerId="ADAL" clId="{B6F58CB4-AA79-48E1-A786-024DB5EFAD40}" dt="2026-07-08T21:25:14.681" v="270" actId="113"/>
          <ac:spMkLst>
            <pc:docMk/>
            <pc:sldMk cId="0" sldId="261"/>
            <ac:spMk id="53" creationId="{36102ED5-FBF6-7548-D1DA-CD81C4D0B3FB}"/>
          </ac:spMkLst>
        </pc:spChg>
        <pc:grpChg chg="add mod">
          <ac:chgData name="Nathan Aramovich" userId="c36f02d7-80de-405b-bc96-0c274f442be4" providerId="ADAL" clId="{B6F58CB4-AA79-48E1-A786-024DB5EFAD40}" dt="2026-07-08T21:25:00.092" v="267"/>
          <ac:grpSpMkLst>
            <pc:docMk/>
            <pc:sldMk cId="0" sldId="261"/>
            <ac:grpSpMk id="51" creationId="{A85B74A3-E00D-4FF1-6B32-7480F2A61369}"/>
          </ac:grpSpMkLst>
        </pc:grpChg>
        <pc:grpChg chg="add mod">
          <ac:chgData name="Nathan Aramovich" userId="c36f02d7-80de-405b-bc96-0c274f442be4" providerId="ADAL" clId="{B6F58CB4-AA79-48E1-A786-024DB5EFAD40}" dt="2026-07-08T22:23:29.412" v="343" actId="14100"/>
          <ac:grpSpMkLst>
            <pc:docMk/>
            <pc:sldMk cId="0" sldId="261"/>
            <ac:grpSpMk id="54" creationId="{E6FC5C40-BF93-641B-5098-376425433023}"/>
          </ac:grpSpMkLst>
        </pc:grpChg>
        <pc:grpChg chg="mod">
          <ac:chgData name="Nathan Aramovich" userId="c36f02d7-80de-405b-bc96-0c274f442be4" providerId="ADAL" clId="{B6F58CB4-AA79-48E1-A786-024DB5EFAD40}" dt="2026-07-08T21:26:00.794" v="320" actId="1037"/>
          <ac:grpSpMkLst>
            <pc:docMk/>
            <pc:sldMk cId="0" sldId="261"/>
            <ac:grpSpMk id="55" creationId="{739B28B5-16C4-ECE1-DACF-6DD3868E3219}"/>
          </ac:grpSpMkLst>
        </pc:grpChg>
      </pc:sldChg>
      <pc:sldChg chg="addSp delSp modSp mod">
        <pc:chgData name="Nathan Aramovich" userId="c36f02d7-80de-405b-bc96-0c274f442be4" providerId="ADAL" clId="{B6F58CB4-AA79-48E1-A786-024DB5EFAD40}" dt="2026-07-08T22:26:24.402" v="451" actId="478"/>
        <pc:sldMkLst>
          <pc:docMk/>
          <pc:sldMk cId="0" sldId="262"/>
        </pc:sldMkLst>
        <pc:spChg chg="mod">
          <ac:chgData name="Nathan Aramovich" userId="c36f02d7-80de-405b-bc96-0c274f442be4" providerId="ADAL" clId="{B6F58CB4-AA79-48E1-A786-024DB5EFAD40}" dt="2026-07-08T21:18:47.905" v="67" actId="27636"/>
          <ac:spMkLst>
            <pc:docMk/>
            <pc:sldMk cId="0" sldId="262"/>
            <ac:spMk id="2" creationId="{00000000-0000-0000-0000-000000000000}"/>
          </ac:spMkLst>
        </pc:spChg>
        <pc:spChg chg="mod">
          <ac:chgData name="Nathan Aramovich" userId="c36f02d7-80de-405b-bc96-0c274f442be4" providerId="ADAL" clId="{B6F58CB4-AA79-48E1-A786-024DB5EFAD40}" dt="2026-07-08T22:23:57.104" v="361" actId="1036"/>
          <ac:spMkLst>
            <pc:docMk/>
            <pc:sldMk cId="0" sldId="262"/>
            <ac:spMk id="20" creationId="{00000000-0000-0000-0000-000000000000}"/>
          </ac:spMkLst>
        </pc:spChg>
        <pc:spChg chg="mod">
          <ac:chgData name="Nathan Aramovich" userId="c36f02d7-80de-405b-bc96-0c274f442be4" providerId="ADAL" clId="{B6F58CB4-AA79-48E1-A786-024DB5EFAD40}" dt="2026-07-08T21:18:47.888" v="58" actId="27636"/>
          <ac:spMkLst>
            <pc:docMk/>
            <pc:sldMk cId="0" sldId="262"/>
            <ac:spMk id="23" creationId="{00000000-0000-0000-0000-000000000000}"/>
          </ac:spMkLst>
        </pc:spChg>
        <pc:spChg chg="mod">
          <ac:chgData name="Nathan Aramovich" userId="c36f02d7-80de-405b-bc96-0c274f442be4" providerId="ADAL" clId="{B6F58CB4-AA79-48E1-A786-024DB5EFAD40}" dt="2026-07-08T21:18:47.905" v="64" actId="27636"/>
          <ac:spMkLst>
            <pc:docMk/>
            <pc:sldMk cId="0" sldId="262"/>
            <ac:spMk id="26" creationId="{00000000-0000-0000-0000-000000000000}"/>
          </ac:spMkLst>
        </pc:spChg>
        <pc:spChg chg="mod">
          <ac:chgData name="Nathan Aramovich" userId="c36f02d7-80de-405b-bc96-0c274f442be4" providerId="ADAL" clId="{B6F58CB4-AA79-48E1-A786-024DB5EFAD40}" dt="2026-07-08T21:18:47.888" v="59" actId="27636"/>
          <ac:spMkLst>
            <pc:docMk/>
            <pc:sldMk cId="0" sldId="262"/>
            <ac:spMk id="29" creationId="{00000000-0000-0000-0000-000000000000}"/>
          </ac:spMkLst>
        </pc:spChg>
        <pc:spChg chg="mod">
          <ac:chgData name="Nathan Aramovich" userId="c36f02d7-80de-405b-bc96-0c274f442be4" providerId="ADAL" clId="{B6F58CB4-AA79-48E1-A786-024DB5EFAD40}" dt="2026-07-08T22:25:40.788" v="441" actId="27636"/>
          <ac:spMkLst>
            <pc:docMk/>
            <pc:sldMk cId="0" sldId="262"/>
            <ac:spMk id="31" creationId="{00000000-0000-0000-0000-000000000000}"/>
          </ac:spMkLst>
        </pc:spChg>
        <pc:spChg chg="mod">
          <ac:chgData name="Nathan Aramovich" userId="c36f02d7-80de-405b-bc96-0c274f442be4" providerId="ADAL" clId="{B6F58CB4-AA79-48E1-A786-024DB5EFAD40}" dt="2026-07-08T22:24:26.854" v="368" actId="403"/>
          <ac:spMkLst>
            <pc:docMk/>
            <pc:sldMk cId="0" sldId="262"/>
            <ac:spMk id="32" creationId="{00000000-0000-0000-0000-000000000000}"/>
          </ac:spMkLst>
        </pc:spChg>
        <pc:spChg chg="mod">
          <ac:chgData name="Nathan Aramovich" userId="c36f02d7-80de-405b-bc96-0c274f442be4" providerId="ADAL" clId="{B6F58CB4-AA79-48E1-A786-024DB5EFAD40}" dt="2026-07-08T22:24:26.854" v="368" actId="403"/>
          <ac:spMkLst>
            <pc:docMk/>
            <pc:sldMk cId="0" sldId="262"/>
            <ac:spMk id="33" creationId="{00000000-0000-0000-0000-000000000000}"/>
          </ac:spMkLst>
        </pc:spChg>
        <pc:spChg chg="mod">
          <ac:chgData name="Nathan Aramovich" userId="c36f02d7-80de-405b-bc96-0c274f442be4" providerId="ADAL" clId="{B6F58CB4-AA79-48E1-A786-024DB5EFAD40}" dt="2026-07-08T22:25:15.454" v="407" actId="403"/>
          <ac:spMkLst>
            <pc:docMk/>
            <pc:sldMk cId="0" sldId="262"/>
            <ac:spMk id="34" creationId="{00000000-0000-0000-0000-000000000000}"/>
          </ac:spMkLst>
        </pc:spChg>
        <pc:spChg chg="mod">
          <ac:chgData name="Nathan Aramovich" userId="c36f02d7-80de-405b-bc96-0c274f442be4" providerId="ADAL" clId="{B6F58CB4-AA79-48E1-A786-024DB5EFAD40}" dt="2026-07-08T22:24:26.854" v="368" actId="403"/>
          <ac:spMkLst>
            <pc:docMk/>
            <pc:sldMk cId="0" sldId="262"/>
            <ac:spMk id="35" creationId="{00000000-0000-0000-0000-000000000000}"/>
          </ac:spMkLst>
        </pc:spChg>
        <pc:spChg chg="mod">
          <ac:chgData name="Nathan Aramovich" userId="c36f02d7-80de-405b-bc96-0c274f442be4" providerId="ADAL" clId="{B6F58CB4-AA79-48E1-A786-024DB5EFAD40}" dt="2026-07-08T22:24:26.854" v="368" actId="403"/>
          <ac:spMkLst>
            <pc:docMk/>
            <pc:sldMk cId="0" sldId="262"/>
            <ac:spMk id="36" creationId="{00000000-0000-0000-0000-000000000000}"/>
          </ac:spMkLst>
        </pc:spChg>
        <pc:spChg chg="mod">
          <ac:chgData name="Nathan Aramovich" userId="c36f02d7-80de-405b-bc96-0c274f442be4" providerId="ADAL" clId="{B6F58CB4-AA79-48E1-A786-024DB5EFAD40}" dt="2026-07-08T22:25:02.452" v="402" actId="1037"/>
          <ac:spMkLst>
            <pc:docMk/>
            <pc:sldMk cId="0" sldId="262"/>
            <ac:spMk id="37" creationId="{00000000-0000-0000-0000-000000000000}"/>
          </ac:spMkLst>
        </pc:spChg>
        <pc:spChg chg="mod">
          <ac:chgData name="Nathan Aramovich" userId="c36f02d7-80de-405b-bc96-0c274f442be4" providerId="ADAL" clId="{B6F58CB4-AA79-48E1-A786-024DB5EFAD40}" dt="2026-07-08T22:24:26.854" v="368" actId="403"/>
          <ac:spMkLst>
            <pc:docMk/>
            <pc:sldMk cId="0" sldId="262"/>
            <ac:spMk id="39" creationId="{00000000-0000-0000-0000-000000000000}"/>
          </ac:spMkLst>
        </pc:spChg>
        <pc:spChg chg="mod">
          <ac:chgData name="Nathan Aramovich" userId="c36f02d7-80de-405b-bc96-0c274f442be4" providerId="ADAL" clId="{B6F58CB4-AA79-48E1-A786-024DB5EFAD40}" dt="2026-07-08T22:25:02.452" v="402" actId="1037"/>
          <ac:spMkLst>
            <pc:docMk/>
            <pc:sldMk cId="0" sldId="262"/>
            <ac:spMk id="40" creationId="{00000000-0000-0000-0000-000000000000}"/>
          </ac:spMkLst>
        </pc:spChg>
        <pc:spChg chg="mod">
          <ac:chgData name="Nathan Aramovich" userId="c36f02d7-80de-405b-bc96-0c274f442be4" providerId="ADAL" clId="{B6F58CB4-AA79-48E1-A786-024DB5EFAD40}" dt="2026-07-08T22:24:26.854" v="368" actId="403"/>
          <ac:spMkLst>
            <pc:docMk/>
            <pc:sldMk cId="0" sldId="262"/>
            <ac:spMk id="41" creationId="{00000000-0000-0000-0000-000000000000}"/>
          </ac:spMkLst>
        </pc:spChg>
        <pc:spChg chg="mod">
          <ac:chgData name="Nathan Aramovich" userId="c36f02d7-80de-405b-bc96-0c274f442be4" providerId="ADAL" clId="{B6F58CB4-AA79-48E1-A786-024DB5EFAD40}" dt="2026-07-08T22:24:26.854" v="368" actId="403"/>
          <ac:spMkLst>
            <pc:docMk/>
            <pc:sldMk cId="0" sldId="262"/>
            <ac:spMk id="42" creationId="{00000000-0000-0000-0000-000000000000}"/>
          </ac:spMkLst>
        </pc:spChg>
        <pc:spChg chg="mod">
          <ac:chgData name="Nathan Aramovich" userId="c36f02d7-80de-405b-bc96-0c274f442be4" providerId="ADAL" clId="{B6F58CB4-AA79-48E1-A786-024DB5EFAD40}" dt="2026-07-08T22:25:02.452" v="402" actId="1037"/>
          <ac:spMkLst>
            <pc:docMk/>
            <pc:sldMk cId="0" sldId="262"/>
            <ac:spMk id="43" creationId="{00000000-0000-0000-0000-000000000000}"/>
          </ac:spMkLst>
        </pc:spChg>
        <pc:spChg chg="mod">
          <ac:chgData name="Nathan Aramovich" userId="c36f02d7-80de-405b-bc96-0c274f442be4" providerId="ADAL" clId="{B6F58CB4-AA79-48E1-A786-024DB5EFAD40}" dt="2026-07-08T21:18:47.905" v="66" actId="27636"/>
          <ac:spMkLst>
            <pc:docMk/>
            <pc:sldMk cId="0" sldId="262"/>
            <ac:spMk id="45" creationId="{00000000-0000-0000-0000-000000000000}"/>
          </ac:spMkLst>
        </pc:spChg>
        <pc:spChg chg="mod">
          <ac:chgData name="Nathan Aramovich" userId="c36f02d7-80de-405b-bc96-0c274f442be4" providerId="ADAL" clId="{B6F58CB4-AA79-48E1-A786-024DB5EFAD40}" dt="2026-07-08T22:25:02.452" v="402" actId="1037"/>
          <ac:spMkLst>
            <pc:docMk/>
            <pc:sldMk cId="0" sldId="262"/>
            <ac:spMk id="46" creationId="{00000000-0000-0000-0000-000000000000}"/>
          </ac:spMkLst>
        </pc:spChg>
        <pc:spChg chg="mod">
          <ac:chgData name="Nathan Aramovich" userId="c36f02d7-80de-405b-bc96-0c274f442be4" providerId="ADAL" clId="{B6F58CB4-AA79-48E1-A786-024DB5EFAD40}" dt="2026-07-08T22:24:26.854" v="368" actId="403"/>
          <ac:spMkLst>
            <pc:docMk/>
            <pc:sldMk cId="0" sldId="262"/>
            <ac:spMk id="47" creationId="{00000000-0000-0000-0000-000000000000}"/>
          </ac:spMkLst>
        </pc:spChg>
        <pc:spChg chg="mod">
          <ac:chgData name="Nathan Aramovich" userId="c36f02d7-80de-405b-bc96-0c274f442be4" providerId="ADAL" clId="{B6F58CB4-AA79-48E1-A786-024DB5EFAD40}" dt="2026-07-08T22:24:26.854" v="368" actId="403"/>
          <ac:spMkLst>
            <pc:docMk/>
            <pc:sldMk cId="0" sldId="262"/>
            <ac:spMk id="48" creationId="{00000000-0000-0000-0000-000000000000}"/>
          </ac:spMkLst>
        </pc:spChg>
        <pc:spChg chg="mod">
          <ac:chgData name="Nathan Aramovich" userId="c36f02d7-80de-405b-bc96-0c274f442be4" providerId="ADAL" clId="{B6F58CB4-AA79-48E1-A786-024DB5EFAD40}" dt="2026-07-08T22:25:02.452" v="402" actId="1037"/>
          <ac:spMkLst>
            <pc:docMk/>
            <pc:sldMk cId="0" sldId="262"/>
            <ac:spMk id="49" creationId="{00000000-0000-0000-0000-000000000000}"/>
          </ac:spMkLst>
        </pc:spChg>
        <pc:spChg chg="mod">
          <ac:chgData name="Nathan Aramovich" userId="c36f02d7-80de-405b-bc96-0c274f442be4" providerId="ADAL" clId="{B6F58CB4-AA79-48E1-A786-024DB5EFAD40}" dt="2026-07-08T22:25:31.988" v="429" actId="1036"/>
          <ac:spMkLst>
            <pc:docMk/>
            <pc:sldMk cId="0" sldId="262"/>
            <ac:spMk id="50" creationId="{00000000-0000-0000-0000-000000000000}"/>
          </ac:spMkLst>
        </pc:spChg>
        <pc:spChg chg="mod">
          <ac:chgData name="Nathan Aramovich" userId="c36f02d7-80de-405b-bc96-0c274f442be4" providerId="ADAL" clId="{B6F58CB4-AA79-48E1-A786-024DB5EFAD40}" dt="2026-07-08T22:26:07.838" v="448"/>
          <ac:spMkLst>
            <pc:docMk/>
            <pc:sldMk cId="0" sldId="262"/>
            <ac:spMk id="57" creationId="{60DF78A2-5AD3-676C-BE09-01D74DF7EEF5}"/>
          </ac:spMkLst>
        </pc:spChg>
        <pc:spChg chg="mod">
          <ac:chgData name="Nathan Aramovich" userId="c36f02d7-80de-405b-bc96-0c274f442be4" providerId="ADAL" clId="{B6F58CB4-AA79-48E1-A786-024DB5EFAD40}" dt="2026-07-08T22:26:16.622" v="450" actId="27636"/>
          <ac:spMkLst>
            <pc:docMk/>
            <pc:sldMk cId="0" sldId="262"/>
            <ac:spMk id="58" creationId="{43D5536F-6510-9D70-7346-6DA8AF958AA3}"/>
          </ac:spMkLst>
        </pc:spChg>
        <pc:grpChg chg="mod">
          <ac:chgData name="Nathan Aramovich" userId="c36f02d7-80de-405b-bc96-0c274f442be4" providerId="ADAL" clId="{B6F58CB4-AA79-48E1-A786-024DB5EFAD40}" dt="2026-07-08T22:24:50.821" v="370" actId="14100"/>
          <ac:grpSpMkLst>
            <pc:docMk/>
            <pc:sldMk cId="0" sldId="262"/>
            <ac:grpSpMk id="55" creationId="{8922C1B8-6C32-6D09-B83B-BAD610962214}"/>
          </ac:grpSpMkLst>
        </pc:grpChg>
        <pc:grpChg chg="add mod">
          <ac:chgData name="Nathan Aramovich" userId="c36f02d7-80de-405b-bc96-0c274f442be4" providerId="ADAL" clId="{B6F58CB4-AA79-48E1-A786-024DB5EFAD40}" dt="2026-07-08T22:26:07.838" v="448"/>
          <ac:grpSpMkLst>
            <pc:docMk/>
            <pc:sldMk cId="0" sldId="262"/>
            <ac:grpSpMk id="56" creationId="{5543DFFF-BEF0-813B-1745-9780D02151B6}"/>
          </ac:grpSpMkLst>
        </pc:grpChg>
      </pc:sldChg>
      <pc:sldChg chg="modSp mod">
        <pc:chgData name="Nathan Aramovich" userId="c36f02d7-80de-405b-bc96-0c274f442be4" providerId="ADAL" clId="{B6F58CB4-AA79-48E1-A786-024DB5EFAD40}" dt="2026-07-08T22:27:30.582" v="475" actId="20577"/>
        <pc:sldMkLst>
          <pc:docMk/>
          <pc:sldMk cId="0" sldId="263"/>
        </pc:sldMkLst>
        <pc:spChg chg="mod">
          <ac:chgData name="Nathan Aramovich" userId="c36f02d7-80de-405b-bc96-0c274f442be4" providerId="ADAL" clId="{B6F58CB4-AA79-48E1-A786-024DB5EFAD40}" dt="2026-07-08T21:18:47.905" v="68" actId="27636"/>
          <ac:spMkLst>
            <pc:docMk/>
            <pc:sldMk cId="0" sldId="263"/>
            <ac:spMk id="2" creationId="{00000000-0000-0000-0000-000000000000}"/>
          </ac:spMkLst>
        </pc:spChg>
        <pc:spChg chg="mod">
          <ac:chgData name="Nathan Aramovich" userId="c36f02d7-80de-405b-bc96-0c274f442be4" providerId="ADAL" clId="{B6F58CB4-AA79-48E1-A786-024DB5EFAD40}" dt="2026-07-08T22:26:41.238" v="466" actId="1036"/>
          <ac:spMkLst>
            <pc:docMk/>
            <pc:sldMk cId="0" sldId="263"/>
            <ac:spMk id="21" creationId="{00000000-0000-0000-0000-000000000000}"/>
          </ac:spMkLst>
        </pc:spChg>
        <pc:spChg chg="mod">
          <ac:chgData name="Nathan Aramovich" userId="c36f02d7-80de-405b-bc96-0c274f442be4" providerId="ADAL" clId="{B6F58CB4-AA79-48E1-A786-024DB5EFAD40}" dt="2026-07-08T21:18:47.905" v="72" actId="27636"/>
          <ac:spMkLst>
            <pc:docMk/>
            <pc:sldMk cId="0" sldId="263"/>
            <ac:spMk id="23" creationId="{00000000-0000-0000-0000-000000000000}"/>
          </ac:spMkLst>
        </pc:spChg>
        <pc:spChg chg="mod">
          <ac:chgData name="Nathan Aramovich" userId="c36f02d7-80de-405b-bc96-0c274f442be4" providerId="ADAL" clId="{B6F58CB4-AA79-48E1-A786-024DB5EFAD40}" dt="2026-07-08T21:18:47.905" v="71" actId="27636"/>
          <ac:spMkLst>
            <pc:docMk/>
            <pc:sldMk cId="0" sldId="263"/>
            <ac:spMk id="24" creationId="{00000000-0000-0000-0000-000000000000}"/>
          </ac:spMkLst>
        </pc:spChg>
        <pc:spChg chg="mod">
          <ac:chgData name="Nathan Aramovich" userId="c36f02d7-80de-405b-bc96-0c274f442be4" providerId="ADAL" clId="{B6F58CB4-AA79-48E1-A786-024DB5EFAD40}" dt="2026-07-08T21:18:47.905" v="70" actId="27636"/>
          <ac:spMkLst>
            <pc:docMk/>
            <pc:sldMk cId="0" sldId="263"/>
            <ac:spMk id="27" creationId="{00000000-0000-0000-0000-000000000000}"/>
          </ac:spMkLst>
        </pc:spChg>
        <pc:spChg chg="mod">
          <ac:chgData name="Nathan Aramovich" userId="c36f02d7-80de-405b-bc96-0c274f442be4" providerId="ADAL" clId="{B6F58CB4-AA79-48E1-A786-024DB5EFAD40}" dt="2026-07-08T22:27:30.582" v="475" actId="20577"/>
          <ac:spMkLst>
            <pc:docMk/>
            <pc:sldMk cId="0" sldId="263"/>
            <ac:spMk id="28" creationId="{00000000-0000-0000-0000-000000000000}"/>
          </ac:spMkLst>
        </pc:spChg>
        <pc:spChg chg="mod">
          <ac:chgData name="Nathan Aramovich" userId="c36f02d7-80de-405b-bc96-0c274f442be4" providerId="ADAL" clId="{B6F58CB4-AA79-48E1-A786-024DB5EFAD40}" dt="2026-07-08T21:18:47.905" v="69" actId="27636"/>
          <ac:spMkLst>
            <pc:docMk/>
            <pc:sldMk cId="0" sldId="263"/>
            <ac:spMk id="31" creationId="{00000000-0000-0000-0000-000000000000}"/>
          </ac:spMkLst>
        </pc:spChg>
        <pc:spChg chg="mod">
          <ac:chgData name="Nathan Aramovich" userId="c36f02d7-80de-405b-bc96-0c274f442be4" providerId="ADAL" clId="{B6F58CB4-AA79-48E1-A786-024DB5EFAD40}" dt="2026-07-08T21:18:47.905" v="75" actId="27636"/>
          <ac:spMkLst>
            <pc:docMk/>
            <pc:sldMk cId="0" sldId="263"/>
            <ac:spMk id="32" creationId="{00000000-0000-0000-0000-000000000000}"/>
          </ac:spMkLst>
        </pc:spChg>
        <pc:spChg chg="mod">
          <ac:chgData name="Nathan Aramovich" userId="c36f02d7-80de-405b-bc96-0c274f442be4" providerId="ADAL" clId="{B6F58CB4-AA79-48E1-A786-024DB5EFAD40}" dt="2026-07-08T21:18:47.905" v="73" actId="27636"/>
          <ac:spMkLst>
            <pc:docMk/>
            <pc:sldMk cId="0" sldId="263"/>
            <ac:spMk id="34" creationId="{00000000-0000-0000-0000-000000000000}"/>
          </ac:spMkLst>
        </pc:spChg>
        <pc:spChg chg="mod">
          <ac:chgData name="Nathan Aramovich" userId="c36f02d7-80de-405b-bc96-0c274f442be4" providerId="ADAL" clId="{B6F58CB4-AA79-48E1-A786-024DB5EFAD40}" dt="2026-07-08T22:26:36.221" v="453" actId="113"/>
          <ac:spMkLst>
            <pc:docMk/>
            <pc:sldMk cId="0" sldId="263"/>
            <ac:spMk id="36" creationId="{00000000-0000-0000-0000-000000000000}"/>
          </ac:spMkLst>
        </pc:spChg>
      </pc:sldChg>
      <pc:sldChg chg="modSp mod">
        <pc:chgData name="Nathan Aramovich" userId="c36f02d7-80de-405b-bc96-0c274f442be4" providerId="ADAL" clId="{B6F58CB4-AA79-48E1-A786-024DB5EFAD40}" dt="2026-07-08T22:36:47.637" v="592" actId="20577"/>
        <pc:sldMkLst>
          <pc:docMk/>
          <pc:sldMk cId="0" sldId="264"/>
        </pc:sldMkLst>
        <pc:spChg chg="mod">
          <ac:chgData name="Nathan Aramovich" userId="c36f02d7-80de-405b-bc96-0c274f442be4" providerId="ADAL" clId="{B6F58CB4-AA79-48E1-A786-024DB5EFAD40}" dt="2026-07-08T21:18:47.922" v="79" actId="27636"/>
          <ac:spMkLst>
            <pc:docMk/>
            <pc:sldMk cId="0" sldId="264"/>
            <ac:spMk id="2" creationId="{00000000-0000-0000-0000-000000000000}"/>
          </ac:spMkLst>
        </pc:spChg>
        <pc:spChg chg="mod">
          <ac:chgData name="Nathan Aramovich" userId="c36f02d7-80de-405b-bc96-0c274f442be4" providerId="ADAL" clId="{B6F58CB4-AA79-48E1-A786-024DB5EFAD40}" dt="2026-07-08T22:36:47.637" v="592" actId="20577"/>
          <ac:spMkLst>
            <pc:docMk/>
            <pc:sldMk cId="0" sldId="264"/>
            <ac:spMk id="3" creationId="{00000000-0000-0000-0000-000000000000}"/>
          </ac:spMkLst>
        </pc:spChg>
        <pc:spChg chg="mod">
          <ac:chgData name="Nathan Aramovich" userId="c36f02d7-80de-405b-bc96-0c274f442be4" providerId="ADAL" clId="{B6F58CB4-AA79-48E1-A786-024DB5EFAD40}" dt="2026-07-08T22:27:52.905" v="482" actId="1036"/>
          <ac:spMkLst>
            <pc:docMk/>
            <pc:sldMk cId="0" sldId="264"/>
            <ac:spMk id="4" creationId="{00000000-0000-0000-0000-000000000000}"/>
          </ac:spMkLst>
        </pc:spChg>
        <pc:spChg chg="mod">
          <ac:chgData name="Nathan Aramovich" userId="c36f02d7-80de-405b-bc96-0c274f442be4" providerId="ADAL" clId="{B6F58CB4-AA79-48E1-A786-024DB5EFAD40}" dt="2026-07-08T22:27:58.879" v="483" actId="403"/>
          <ac:spMkLst>
            <pc:docMk/>
            <pc:sldMk cId="0" sldId="264"/>
            <ac:spMk id="6" creationId="{00000000-0000-0000-0000-000000000000}"/>
          </ac:spMkLst>
        </pc:spChg>
        <pc:spChg chg="mod">
          <ac:chgData name="Nathan Aramovich" userId="c36f02d7-80de-405b-bc96-0c274f442be4" providerId="ADAL" clId="{B6F58CB4-AA79-48E1-A786-024DB5EFAD40}" dt="2026-07-08T21:18:47.922" v="81" actId="27636"/>
          <ac:spMkLst>
            <pc:docMk/>
            <pc:sldMk cId="0" sldId="264"/>
            <ac:spMk id="8" creationId="{00000000-0000-0000-0000-000000000000}"/>
          </ac:spMkLst>
        </pc:spChg>
        <pc:spChg chg="mod">
          <ac:chgData name="Nathan Aramovich" userId="c36f02d7-80de-405b-bc96-0c274f442be4" providerId="ADAL" clId="{B6F58CB4-AA79-48E1-A786-024DB5EFAD40}" dt="2026-07-08T21:18:47.922" v="82" actId="27636"/>
          <ac:spMkLst>
            <pc:docMk/>
            <pc:sldMk cId="0" sldId="264"/>
            <ac:spMk id="11" creationId="{00000000-0000-0000-0000-000000000000}"/>
          </ac:spMkLst>
        </pc:spChg>
        <pc:spChg chg="mod">
          <ac:chgData name="Nathan Aramovich" userId="c36f02d7-80de-405b-bc96-0c274f442be4" providerId="ADAL" clId="{B6F58CB4-AA79-48E1-A786-024DB5EFAD40}" dt="2026-07-08T21:18:47.922" v="77" actId="27636"/>
          <ac:spMkLst>
            <pc:docMk/>
            <pc:sldMk cId="0" sldId="264"/>
            <ac:spMk id="14" creationId="{00000000-0000-0000-0000-000000000000}"/>
          </ac:spMkLst>
        </pc:spChg>
        <pc:spChg chg="mod">
          <ac:chgData name="Nathan Aramovich" userId="c36f02d7-80de-405b-bc96-0c274f442be4" providerId="ADAL" clId="{B6F58CB4-AA79-48E1-A786-024DB5EFAD40}" dt="2026-07-08T21:18:47.922" v="76" actId="27636"/>
          <ac:spMkLst>
            <pc:docMk/>
            <pc:sldMk cId="0" sldId="264"/>
            <ac:spMk id="17" creationId="{00000000-0000-0000-0000-000000000000}"/>
          </ac:spMkLst>
        </pc:spChg>
        <pc:spChg chg="mod">
          <ac:chgData name="Nathan Aramovich" userId="c36f02d7-80de-405b-bc96-0c274f442be4" providerId="ADAL" clId="{B6F58CB4-AA79-48E1-A786-024DB5EFAD40}" dt="2026-07-08T22:27:58.879" v="483" actId="403"/>
          <ac:spMkLst>
            <pc:docMk/>
            <pc:sldMk cId="0" sldId="264"/>
            <ac:spMk id="20" creationId="{00000000-0000-0000-0000-000000000000}"/>
          </ac:spMkLst>
        </pc:spChg>
        <pc:spChg chg="mod">
          <ac:chgData name="Nathan Aramovich" userId="c36f02d7-80de-405b-bc96-0c274f442be4" providerId="ADAL" clId="{B6F58CB4-AA79-48E1-A786-024DB5EFAD40}" dt="2026-07-08T21:18:47.922" v="80" actId="27636"/>
          <ac:spMkLst>
            <pc:docMk/>
            <pc:sldMk cId="0" sldId="264"/>
            <ac:spMk id="22" creationId="{00000000-0000-0000-0000-000000000000}"/>
          </ac:spMkLst>
        </pc:spChg>
        <pc:spChg chg="mod">
          <ac:chgData name="Nathan Aramovich" userId="c36f02d7-80de-405b-bc96-0c274f442be4" providerId="ADAL" clId="{B6F58CB4-AA79-48E1-A786-024DB5EFAD40}" dt="2026-07-08T22:28:14.932" v="486" actId="255"/>
          <ac:spMkLst>
            <pc:docMk/>
            <pc:sldMk cId="0" sldId="264"/>
            <ac:spMk id="23" creationId="{00000000-0000-0000-0000-000000000000}"/>
          </ac:spMkLst>
        </pc:spChg>
        <pc:spChg chg="mod">
          <ac:chgData name="Nathan Aramovich" userId="c36f02d7-80de-405b-bc96-0c274f442be4" providerId="ADAL" clId="{B6F58CB4-AA79-48E1-A786-024DB5EFAD40}" dt="2026-07-08T21:18:47.922" v="84" actId="27636"/>
          <ac:spMkLst>
            <pc:docMk/>
            <pc:sldMk cId="0" sldId="264"/>
            <ac:spMk id="25" creationId="{00000000-0000-0000-0000-000000000000}"/>
          </ac:spMkLst>
        </pc:spChg>
        <pc:spChg chg="mod">
          <ac:chgData name="Nathan Aramovich" userId="c36f02d7-80de-405b-bc96-0c274f442be4" providerId="ADAL" clId="{B6F58CB4-AA79-48E1-A786-024DB5EFAD40}" dt="2026-07-08T22:28:14.932" v="486" actId="255"/>
          <ac:spMkLst>
            <pc:docMk/>
            <pc:sldMk cId="0" sldId="264"/>
            <ac:spMk id="26" creationId="{00000000-0000-0000-0000-000000000000}"/>
          </ac:spMkLst>
        </pc:spChg>
        <pc:spChg chg="mod">
          <ac:chgData name="Nathan Aramovich" userId="c36f02d7-80de-405b-bc96-0c274f442be4" providerId="ADAL" clId="{B6F58CB4-AA79-48E1-A786-024DB5EFAD40}" dt="2026-07-08T21:18:47.922" v="78" actId="27636"/>
          <ac:spMkLst>
            <pc:docMk/>
            <pc:sldMk cId="0" sldId="264"/>
            <ac:spMk id="28" creationId="{00000000-0000-0000-0000-000000000000}"/>
          </ac:spMkLst>
        </pc:spChg>
        <pc:spChg chg="mod">
          <ac:chgData name="Nathan Aramovich" userId="c36f02d7-80de-405b-bc96-0c274f442be4" providerId="ADAL" clId="{B6F58CB4-AA79-48E1-A786-024DB5EFAD40}" dt="2026-07-08T22:28:18.565" v="487" actId="14100"/>
          <ac:spMkLst>
            <pc:docMk/>
            <pc:sldMk cId="0" sldId="264"/>
            <ac:spMk id="29" creationId="{00000000-0000-0000-0000-000000000000}"/>
          </ac:spMkLst>
        </pc:spChg>
        <pc:spChg chg="mod">
          <ac:chgData name="Nathan Aramovich" userId="c36f02d7-80de-405b-bc96-0c274f442be4" providerId="ADAL" clId="{B6F58CB4-AA79-48E1-A786-024DB5EFAD40}" dt="2026-07-08T22:28:28.209" v="489" actId="113"/>
          <ac:spMkLst>
            <pc:docMk/>
            <pc:sldMk cId="0" sldId="264"/>
            <ac:spMk id="31" creationId="{00000000-0000-0000-0000-000000000000}"/>
          </ac:spMkLst>
        </pc:spChg>
      </pc:sldChg>
      <pc:sldChg chg="addSp delSp modSp mod">
        <pc:chgData name="Nathan Aramovich" userId="c36f02d7-80de-405b-bc96-0c274f442be4" providerId="ADAL" clId="{B6F58CB4-AA79-48E1-A786-024DB5EFAD40}" dt="2026-07-08T22:39:02.638" v="664" actId="1076"/>
        <pc:sldMkLst>
          <pc:docMk/>
          <pc:sldMk cId="0" sldId="265"/>
        </pc:sldMkLst>
        <pc:spChg chg="mod">
          <ac:chgData name="Nathan Aramovich" userId="c36f02d7-80de-405b-bc96-0c274f442be4" providerId="ADAL" clId="{B6F58CB4-AA79-48E1-A786-024DB5EFAD40}" dt="2026-07-08T21:18:47.936" v="89" actId="27636"/>
          <ac:spMkLst>
            <pc:docMk/>
            <pc:sldMk cId="0" sldId="265"/>
            <ac:spMk id="2" creationId="{00000000-0000-0000-0000-000000000000}"/>
          </ac:spMkLst>
        </pc:spChg>
        <pc:spChg chg="mod">
          <ac:chgData name="Nathan Aramovich" userId="c36f02d7-80de-405b-bc96-0c274f442be4" providerId="ADAL" clId="{B6F58CB4-AA79-48E1-A786-024DB5EFAD40}" dt="2026-07-08T22:39:02.638" v="664" actId="1076"/>
          <ac:spMkLst>
            <pc:docMk/>
            <pc:sldMk cId="0" sldId="265"/>
            <ac:spMk id="24" creationId="{00000000-0000-0000-0000-000000000000}"/>
          </ac:spMkLst>
        </pc:spChg>
        <pc:spChg chg="mod">
          <ac:chgData name="Nathan Aramovich" userId="c36f02d7-80de-405b-bc96-0c274f442be4" providerId="ADAL" clId="{B6F58CB4-AA79-48E1-A786-024DB5EFAD40}" dt="2026-07-08T22:28:56.878" v="502" actId="1036"/>
          <ac:spMkLst>
            <pc:docMk/>
            <pc:sldMk cId="0" sldId="265"/>
            <ac:spMk id="25" creationId="{00000000-0000-0000-0000-000000000000}"/>
          </ac:spMkLst>
        </pc:spChg>
        <pc:spChg chg="mod">
          <ac:chgData name="Nathan Aramovich" userId="c36f02d7-80de-405b-bc96-0c274f442be4" providerId="ADAL" clId="{B6F58CB4-AA79-48E1-A786-024DB5EFAD40}" dt="2026-07-08T21:18:47.922" v="88" actId="27636"/>
          <ac:spMkLst>
            <pc:docMk/>
            <pc:sldMk cId="0" sldId="265"/>
            <ac:spMk id="28" creationId="{00000000-0000-0000-0000-000000000000}"/>
          </ac:spMkLst>
        </pc:spChg>
        <pc:spChg chg="mod">
          <ac:chgData name="Nathan Aramovich" userId="c36f02d7-80de-405b-bc96-0c274f442be4" providerId="ADAL" clId="{B6F58CB4-AA79-48E1-A786-024DB5EFAD40}" dt="2026-07-08T21:18:47.922" v="85" actId="27636"/>
          <ac:spMkLst>
            <pc:docMk/>
            <pc:sldMk cId="0" sldId="265"/>
            <ac:spMk id="31" creationId="{00000000-0000-0000-0000-000000000000}"/>
          </ac:spMkLst>
        </pc:spChg>
        <pc:spChg chg="mod">
          <ac:chgData name="Nathan Aramovich" userId="c36f02d7-80de-405b-bc96-0c274f442be4" providerId="ADAL" clId="{B6F58CB4-AA79-48E1-A786-024DB5EFAD40}" dt="2026-07-08T21:18:47.922" v="87" actId="27636"/>
          <ac:spMkLst>
            <pc:docMk/>
            <pc:sldMk cId="0" sldId="265"/>
            <ac:spMk id="34" creationId="{00000000-0000-0000-0000-000000000000}"/>
          </ac:spMkLst>
        </pc:spChg>
        <pc:spChg chg="mod">
          <ac:chgData name="Nathan Aramovich" userId="c36f02d7-80de-405b-bc96-0c274f442be4" providerId="ADAL" clId="{B6F58CB4-AA79-48E1-A786-024DB5EFAD40}" dt="2026-07-08T22:38:21.990" v="628" actId="1036"/>
          <ac:spMkLst>
            <pc:docMk/>
            <pc:sldMk cId="0" sldId="265"/>
            <ac:spMk id="37" creationId="{00000000-0000-0000-0000-000000000000}"/>
          </ac:spMkLst>
        </pc:spChg>
        <pc:spChg chg="mod">
          <ac:chgData name="Nathan Aramovich" userId="c36f02d7-80de-405b-bc96-0c274f442be4" providerId="ADAL" clId="{B6F58CB4-AA79-48E1-A786-024DB5EFAD40}" dt="2026-07-08T22:38:27.217" v="652" actId="1035"/>
          <ac:spMkLst>
            <pc:docMk/>
            <pc:sldMk cId="0" sldId="265"/>
            <ac:spMk id="38" creationId="{00000000-0000-0000-0000-000000000000}"/>
          </ac:spMkLst>
        </pc:spChg>
        <pc:picChg chg="add mod">
          <ac:chgData name="Nathan Aramovich" userId="c36f02d7-80de-405b-bc96-0c274f442be4" providerId="ADAL" clId="{B6F58CB4-AA79-48E1-A786-024DB5EFAD40}" dt="2026-07-08T22:38:50.010" v="657" actId="1076"/>
          <ac:picMkLst>
            <pc:docMk/>
            <pc:sldMk cId="0" sldId="265"/>
            <ac:picMk id="42" creationId="{0443E3DE-4E9C-F6D2-F6D3-903F25C33939}"/>
          </ac:picMkLst>
        </pc:picChg>
      </pc:sldChg>
      <pc:sldChg chg="addSp delSp modSp mod setBg">
        <pc:chgData name="Nathan Aramovich" userId="c36f02d7-80de-405b-bc96-0c274f442be4" providerId="ADAL" clId="{B6F58CB4-AA79-48E1-A786-024DB5EFAD40}" dt="2026-07-08T22:32:16.032" v="542" actId="14100"/>
        <pc:sldMkLst>
          <pc:docMk/>
          <pc:sldMk cId="0" sldId="266"/>
        </pc:sldMkLst>
        <pc:spChg chg="mod">
          <ac:chgData name="Nathan Aramovich" userId="c36f02d7-80de-405b-bc96-0c274f442be4" providerId="ADAL" clId="{B6F58CB4-AA79-48E1-A786-024DB5EFAD40}" dt="2026-07-08T21:18:47.938" v="92" actId="27636"/>
          <ac:spMkLst>
            <pc:docMk/>
            <pc:sldMk cId="0" sldId="266"/>
            <ac:spMk id="2" creationId="{00000000-0000-0000-0000-000000000000}"/>
          </ac:spMkLst>
        </pc:spChg>
        <pc:spChg chg="mod">
          <ac:chgData name="Nathan Aramovich" userId="c36f02d7-80de-405b-bc96-0c274f442be4" providerId="ADAL" clId="{B6F58CB4-AA79-48E1-A786-024DB5EFAD40}" dt="2026-07-08T22:29:43.054" v="508" actId="14100"/>
          <ac:spMkLst>
            <pc:docMk/>
            <pc:sldMk cId="0" sldId="266"/>
            <ac:spMk id="5" creationId="{00000000-0000-0000-0000-000000000000}"/>
          </ac:spMkLst>
        </pc:spChg>
        <pc:spChg chg="mod">
          <ac:chgData name="Nathan Aramovich" userId="c36f02d7-80de-405b-bc96-0c274f442be4" providerId="ADAL" clId="{B6F58CB4-AA79-48E1-A786-024DB5EFAD40}" dt="2026-07-08T22:29:30.175" v="507" actId="14100"/>
          <ac:spMkLst>
            <pc:docMk/>
            <pc:sldMk cId="0" sldId="266"/>
            <ac:spMk id="7" creationId="{00000000-0000-0000-0000-000000000000}"/>
          </ac:spMkLst>
        </pc:spChg>
        <pc:spChg chg="mod">
          <ac:chgData name="Nathan Aramovich" userId="c36f02d7-80de-405b-bc96-0c274f442be4" providerId="ADAL" clId="{B6F58CB4-AA79-48E1-A786-024DB5EFAD40}" dt="2026-07-08T21:18:47.938" v="96" actId="27636"/>
          <ac:spMkLst>
            <pc:docMk/>
            <pc:sldMk cId="0" sldId="266"/>
            <ac:spMk id="9" creationId="{00000000-0000-0000-0000-000000000000}"/>
          </ac:spMkLst>
        </pc:spChg>
        <pc:spChg chg="mod">
          <ac:chgData name="Nathan Aramovich" userId="c36f02d7-80de-405b-bc96-0c274f442be4" providerId="ADAL" clId="{B6F58CB4-AA79-48E1-A786-024DB5EFAD40}" dt="2026-07-08T21:18:47.938" v="93" actId="27636"/>
          <ac:spMkLst>
            <pc:docMk/>
            <pc:sldMk cId="0" sldId="266"/>
            <ac:spMk id="10" creationId="{00000000-0000-0000-0000-000000000000}"/>
          </ac:spMkLst>
        </pc:spChg>
        <pc:spChg chg="mod">
          <ac:chgData name="Nathan Aramovich" userId="c36f02d7-80de-405b-bc96-0c274f442be4" providerId="ADAL" clId="{B6F58CB4-AA79-48E1-A786-024DB5EFAD40}" dt="2026-07-08T21:18:47.938" v="95" actId="27636"/>
          <ac:spMkLst>
            <pc:docMk/>
            <pc:sldMk cId="0" sldId="266"/>
            <ac:spMk id="12" creationId="{00000000-0000-0000-0000-000000000000}"/>
          </ac:spMkLst>
        </pc:spChg>
        <pc:spChg chg="mod">
          <ac:chgData name="Nathan Aramovich" userId="c36f02d7-80de-405b-bc96-0c274f442be4" providerId="ADAL" clId="{B6F58CB4-AA79-48E1-A786-024DB5EFAD40}" dt="2026-07-08T21:18:47.938" v="98" actId="27636"/>
          <ac:spMkLst>
            <pc:docMk/>
            <pc:sldMk cId="0" sldId="266"/>
            <ac:spMk id="13" creationId="{00000000-0000-0000-0000-000000000000}"/>
          </ac:spMkLst>
        </pc:spChg>
        <pc:spChg chg="mod">
          <ac:chgData name="Nathan Aramovich" userId="c36f02d7-80de-405b-bc96-0c274f442be4" providerId="ADAL" clId="{B6F58CB4-AA79-48E1-A786-024DB5EFAD40}" dt="2026-07-08T22:30:47.088" v="524" actId="14100"/>
          <ac:spMkLst>
            <pc:docMk/>
            <pc:sldMk cId="0" sldId="266"/>
            <ac:spMk id="14" creationId="{00000000-0000-0000-0000-000000000000}"/>
          </ac:spMkLst>
        </pc:spChg>
        <pc:spChg chg="mod">
          <ac:chgData name="Nathan Aramovich" userId="c36f02d7-80de-405b-bc96-0c274f442be4" providerId="ADAL" clId="{B6F58CB4-AA79-48E1-A786-024DB5EFAD40}" dt="2026-07-08T21:18:47.938" v="94" actId="27636"/>
          <ac:spMkLst>
            <pc:docMk/>
            <pc:sldMk cId="0" sldId="266"/>
            <ac:spMk id="15" creationId="{00000000-0000-0000-0000-000000000000}"/>
          </ac:spMkLst>
        </pc:spChg>
        <pc:spChg chg="mod">
          <ac:chgData name="Nathan Aramovich" userId="c36f02d7-80de-405b-bc96-0c274f442be4" providerId="ADAL" clId="{B6F58CB4-AA79-48E1-A786-024DB5EFAD40}" dt="2026-07-08T21:18:47.938" v="97" actId="27636"/>
          <ac:spMkLst>
            <pc:docMk/>
            <pc:sldMk cId="0" sldId="266"/>
            <ac:spMk id="16" creationId="{00000000-0000-0000-0000-000000000000}"/>
          </ac:spMkLst>
        </pc:spChg>
        <pc:spChg chg="mod">
          <ac:chgData name="Nathan Aramovich" userId="c36f02d7-80de-405b-bc96-0c274f442be4" providerId="ADAL" clId="{B6F58CB4-AA79-48E1-A786-024DB5EFAD40}" dt="2026-07-08T21:18:47.938" v="91" actId="27636"/>
          <ac:spMkLst>
            <pc:docMk/>
            <pc:sldMk cId="0" sldId="266"/>
            <ac:spMk id="18" creationId="{00000000-0000-0000-0000-000000000000}"/>
          </ac:spMkLst>
        </pc:spChg>
        <pc:spChg chg="mod">
          <ac:chgData name="Nathan Aramovich" userId="c36f02d7-80de-405b-bc96-0c274f442be4" providerId="ADAL" clId="{B6F58CB4-AA79-48E1-A786-024DB5EFAD40}" dt="2026-07-08T21:18:47.938" v="99" actId="27636"/>
          <ac:spMkLst>
            <pc:docMk/>
            <pc:sldMk cId="0" sldId="266"/>
            <ac:spMk id="19" creationId="{00000000-0000-0000-0000-000000000000}"/>
          </ac:spMkLst>
        </pc:spChg>
        <pc:spChg chg="mod">
          <ac:chgData name="Nathan Aramovich" userId="c36f02d7-80de-405b-bc96-0c274f442be4" providerId="ADAL" clId="{B6F58CB4-AA79-48E1-A786-024DB5EFAD40}" dt="2026-07-08T21:18:47.938" v="90" actId="27636"/>
          <ac:spMkLst>
            <pc:docMk/>
            <pc:sldMk cId="0" sldId="266"/>
            <ac:spMk id="21" creationId="{00000000-0000-0000-0000-000000000000}"/>
          </ac:spMkLst>
        </pc:spChg>
        <pc:spChg chg="add mod ord">
          <ac:chgData name="Nathan Aramovich" userId="c36f02d7-80de-405b-bc96-0c274f442be4" providerId="ADAL" clId="{B6F58CB4-AA79-48E1-A786-024DB5EFAD40}" dt="2026-07-08T22:32:16.032" v="542" actId="14100"/>
          <ac:spMkLst>
            <pc:docMk/>
            <pc:sldMk cId="0" sldId="266"/>
            <ac:spMk id="26" creationId="{5DE0B861-5C5D-AB97-4D39-912B5919A1AC}"/>
          </ac:spMkLst>
        </pc:spChg>
        <pc:spChg chg="add mod">
          <ac:chgData name="Nathan Aramovich" userId="c36f02d7-80de-405b-bc96-0c274f442be4" providerId="ADAL" clId="{B6F58CB4-AA79-48E1-A786-024DB5EFAD40}" dt="2026-07-08T22:31:57.383" v="538" actId="2085"/>
          <ac:spMkLst>
            <pc:docMk/>
            <pc:sldMk cId="0" sldId="266"/>
            <ac:spMk id="27" creationId="{BD4F0486-1AC5-CD80-847B-D855D23818FE}"/>
          </ac:spMkLst>
        </pc:spChg>
      </pc:sldChg>
      <pc:sldChg chg="modSp add mod ord setBg">
        <pc:chgData name="Nathan Aramovich" userId="c36f02d7-80de-405b-bc96-0c274f442be4" providerId="ADAL" clId="{B6F58CB4-AA79-48E1-A786-024DB5EFAD40}" dt="2026-07-09T00:49:08.154" v="719" actId="20577"/>
        <pc:sldMkLst>
          <pc:docMk/>
          <pc:sldMk cId="766779876" sldId="267"/>
        </pc:sldMkLst>
        <pc:spChg chg="mod">
          <ac:chgData name="Nathan Aramovich" userId="c36f02d7-80de-405b-bc96-0c274f442be4" providerId="ADAL" clId="{B6F58CB4-AA79-48E1-A786-024DB5EFAD40}" dt="2026-07-09T00:49:08.154" v="719" actId="20577"/>
          <ac:spMkLst>
            <pc:docMk/>
            <pc:sldMk cId="766779876" sldId="267"/>
            <ac:spMk id="33" creationId="{BA833DBB-28EB-D2FC-431B-16F09C1B51BF}"/>
          </ac:spMkLst>
        </pc:spChg>
      </pc:sldChg>
      <pc:sldMasterChg chg="delSldLayout">
        <pc:chgData name="Nathan Aramovich" userId="c36f02d7-80de-405b-bc96-0c274f442be4" providerId="ADAL" clId="{B6F58CB4-AA79-48E1-A786-024DB5EFAD40}" dt="2026-07-09T00:42:35.356" v="702" actId="47"/>
        <pc:sldMasterMkLst>
          <pc:docMk/>
          <pc:sldMasterMk cId="0"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1727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52911-E6AD-6180-823F-430AF298AB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A7907-7698-B9DA-AB76-709FFBF267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7D9071-C355-7AD7-2066-CF70DD193909}"/>
              </a:ext>
            </a:extLst>
          </p:cNvPr>
          <p:cNvSpPr>
            <a:spLocks noGrp="1"/>
          </p:cNvSpPr>
          <p:nvPr>
            <p:ph type="body" idx="1"/>
          </p:nvPr>
        </p:nvSpPr>
        <p:spPr/>
        <p:txBody>
          <a:bodyPr/>
          <a:lstStyle/>
          <a:p>
            <a:r>
              <a:rPr lang="en-US" dirty="0"/>
              <a:t>Use this slide to help managers decide which sprint is the right fit. The key distinction is not which AI tool to use. The key distinction is the improvement goal: improve how work gets done, or improve the quality of the work produced.</a:t>
            </a:r>
          </a:p>
        </p:txBody>
      </p:sp>
      <p:sp>
        <p:nvSpPr>
          <p:cNvPr id="4" name="Slide Number Placeholder 3">
            <a:extLst>
              <a:ext uri="{FF2B5EF4-FFF2-40B4-BE49-F238E27FC236}">
                <a16:creationId xmlns:a16="http://schemas.microsoft.com/office/drawing/2014/main" id="{2D1DDFD2-B00C-D215-5C80-08C4BA71BB10}"/>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4579005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Prepare the manager to run the sprint with minimal prep. Timing: Review 10-15 minutes before the session. Script: You do not need to be an AI expert to lead this. Your job is to help the team slow down just enough to understand the work, identify where AI can add value, and create a first solution they can use or finish soon.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Welcome everyone. Today is different from a typical AI session. We are not here to learn features or become AI experts. We are going to work on one real workflow each of us already does. The canvas will guide the session from understanding the work to identifying the opportunity, choosing a solution, creating a first draft, and committing to a next step.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Workflow Improvement Canvas guides everything today. We are not redesigning our whole job. We are improving one workflow. Some people will leave with a finished solution. Others will leave with a strong first draft and a clear plan to finish it. Both are successful outcomes.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Most of us already use AI to draft, summarize, brainstorm, or review. Those are useful. Today we are thinking differently. Instead of asking how AI can help us complete today's task, we are asking how AI can improve the workflow every time it comes back.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10-12 minutes. Script: We are going to spend the next few minutes understanding one workflow you already do. Do not think about prompts or AI yet. The goal is to understand how the work happens today and where it becomes frustrating, repetitive, or inefficient.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Now that you understand the workflow, identify the opportunity. This is the most important part of the sprint. Do not jump straight to building a prompt or asking AI for an answer. Start with the friction. Then ask: what job do I want AI to do here? Pick one opportunity.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Not every workflow needs automation. Often a reusable prompt or simple template creates more value than a complicated automation. The goal is not to build the most sophisticated solution. The goal is to build the most useful one.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Use your canvas as context. If your AI tool lets you upload files, upload your completed canvas. If not, copy and paste the workflow, friction, job for AI, and solution type. If you are not sure how to start, use the Build with AI Quick Start Card. Your goal is a first draft good enough to test or improve.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Let's do a quick round-robin, about one minute each. Share the workflow, the job you wanted AI to do, what you created or started, and whether it could help anyone else. As we listen, look for patterns. If nothing obvious emerges, that is fine. Momentum is the main outcome.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final step is simple, but it creates lasting value. If you finished your solution, commit to using it with real work before your next team meeting. If you did not finish, decide when you will finish it and the first opportunity you will have to use it. The goal is momentum.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Today's workshop is not about building the perfect AI solution. It is about starting a new habit. The first version you created today is a first version. The real learning happens when you use it with actual work. Use it, learn from it, improve it, and share it if it helps.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EEE7"/>
        </a:solidFill>
        <a:effectLst/>
      </p:bgPr>
    </p:bg>
    <p:spTree>
      <p:nvGrpSpPr>
        <p:cNvPr id="1" name="">
          <a:extLst>
            <a:ext uri="{FF2B5EF4-FFF2-40B4-BE49-F238E27FC236}">
              <a16:creationId xmlns:a16="http://schemas.microsoft.com/office/drawing/2014/main" id="{678F3B6E-B23D-A176-92C0-BB5AB60915A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A98E12F-D7DC-171B-3CA6-20147B5EEB4E}"/>
              </a:ext>
            </a:extLst>
          </p:cNvPr>
          <p:cNvSpPr/>
          <p:nvPr/>
        </p:nvSpPr>
        <p:spPr>
          <a:xfrm>
            <a:off x="384048" y="274320"/>
            <a:ext cx="1444752" cy="347472"/>
          </a:xfrm>
          <a:prstGeom prst="roundRect">
            <a:avLst>
              <a:gd name="adj" fmla="val 21053"/>
            </a:avLst>
          </a:prstGeom>
          <a:solidFill>
            <a:srgbClr val="151713"/>
          </a:solidFill>
          <a:ln w="12700">
            <a:solidFill>
              <a:srgbClr val="151713"/>
            </a:solidFill>
            <a:prstDash val="solid"/>
          </a:ln>
        </p:spPr>
        <p:txBody>
          <a:bodyPr/>
          <a:lstStyle/>
          <a:p>
            <a:endParaRPr lang="en-US"/>
          </a:p>
        </p:txBody>
      </p:sp>
      <p:sp>
        <p:nvSpPr>
          <p:cNvPr id="3" name="Text 1">
            <a:extLst>
              <a:ext uri="{FF2B5EF4-FFF2-40B4-BE49-F238E27FC236}">
                <a16:creationId xmlns:a16="http://schemas.microsoft.com/office/drawing/2014/main" id="{998440B4-7AB5-D177-3CE5-01578166D90A}"/>
              </a:ext>
            </a:extLst>
          </p:cNvPr>
          <p:cNvSpPr/>
          <p:nvPr/>
        </p:nvSpPr>
        <p:spPr>
          <a:xfrm>
            <a:off x="384048" y="274320"/>
            <a:ext cx="1444752" cy="347472"/>
          </a:xfrm>
          <a:prstGeom prst="rect">
            <a:avLst/>
          </a:prstGeom>
          <a:noFill/>
          <a:ln/>
        </p:spPr>
        <p:txBody>
          <a:bodyPr wrap="square" lIns="0" tIns="0" rIns="0" bIns="0" rtlCol="0" anchor="ctr">
            <a:normAutofit/>
          </a:bodyPr>
          <a:lstStyle/>
          <a:p>
            <a:pPr marL="0" indent="0" algn="ctr">
              <a:buNone/>
            </a:pPr>
            <a:r>
              <a:rPr lang="en-US" sz="800" b="1" dirty="0">
                <a:solidFill>
                  <a:srgbClr val="FFFFFF"/>
                </a:solidFill>
                <a:latin typeface="Aptos" pitchFamily="34" charset="0"/>
                <a:ea typeface="Aptos" pitchFamily="34" charset="-122"/>
                <a:cs typeface="Aptos" pitchFamily="34" charset="-120"/>
              </a:rPr>
              <a:t>SPRINT SELECTOR</a:t>
            </a:r>
            <a:endParaRPr lang="en-US" sz="800" dirty="0"/>
          </a:p>
        </p:txBody>
      </p:sp>
      <p:sp>
        <p:nvSpPr>
          <p:cNvPr id="4" name="Text 2">
            <a:extLst>
              <a:ext uri="{FF2B5EF4-FFF2-40B4-BE49-F238E27FC236}">
                <a16:creationId xmlns:a16="http://schemas.microsoft.com/office/drawing/2014/main" id="{E471D83B-B6A6-7944-5164-C1D1E53E52FC}"/>
              </a:ext>
            </a:extLst>
          </p:cNvPr>
          <p:cNvSpPr/>
          <p:nvPr/>
        </p:nvSpPr>
        <p:spPr>
          <a:xfrm>
            <a:off x="2011680" y="237744"/>
            <a:ext cx="7955280" cy="438912"/>
          </a:xfrm>
          <a:prstGeom prst="rect">
            <a:avLst/>
          </a:prstGeom>
          <a:noFill/>
          <a:ln/>
        </p:spPr>
        <p:txBody>
          <a:bodyPr wrap="square" lIns="0" tIns="0" rIns="0" bIns="0" rtlCol="0" anchor="ctr">
            <a:normAutofit/>
          </a:bodyPr>
          <a:lstStyle/>
          <a:p>
            <a:pPr marL="0" indent="0" algn="l">
              <a:buNone/>
            </a:pPr>
            <a:r>
              <a:rPr lang="en-US" sz="2350" b="1" dirty="0">
                <a:solidFill>
                  <a:srgbClr val="1B1D1A"/>
                </a:solidFill>
                <a:latin typeface="Aptos" pitchFamily="34" charset="0"/>
                <a:ea typeface="Aptos" pitchFamily="34" charset="-122"/>
                <a:cs typeface="Aptos" pitchFamily="34" charset="-120"/>
              </a:rPr>
              <a:t>Choose Your Improvement Sprint</a:t>
            </a:r>
            <a:endParaRPr lang="en-US" sz="2350" dirty="0"/>
          </a:p>
        </p:txBody>
      </p:sp>
      <p:sp>
        <p:nvSpPr>
          <p:cNvPr id="5" name="Text 3">
            <a:extLst>
              <a:ext uri="{FF2B5EF4-FFF2-40B4-BE49-F238E27FC236}">
                <a16:creationId xmlns:a16="http://schemas.microsoft.com/office/drawing/2014/main" id="{B75FA63E-FC7B-EB8C-5225-8EE02FC3BF18}"/>
              </a:ext>
            </a:extLst>
          </p:cNvPr>
          <p:cNvSpPr/>
          <p:nvPr/>
        </p:nvSpPr>
        <p:spPr>
          <a:xfrm>
            <a:off x="2011680" y="704088"/>
            <a:ext cx="8046720" cy="237744"/>
          </a:xfrm>
          <a:prstGeom prst="rect">
            <a:avLst/>
          </a:prstGeom>
          <a:noFill/>
          <a:ln/>
        </p:spPr>
        <p:txBody>
          <a:bodyPr wrap="square" lIns="0" tIns="0" rIns="0" bIns="0" rtlCol="0" anchor="ctr">
            <a:normAutofit lnSpcReduction="10000"/>
          </a:bodyPr>
          <a:lstStyle/>
          <a:p>
            <a:pPr marL="0" indent="0" algn="l">
              <a:buNone/>
            </a:pPr>
            <a:r>
              <a:rPr lang="en-US" sz="1600" dirty="0">
                <a:solidFill>
                  <a:srgbClr val="6E6962"/>
                </a:solidFill>
                <a:latin typeface="Aptos" pitchFamily="34" charset="0"/>
                <a:ea typeface="Aptos" pitchFamily="34" charset="-122"/>
                <a:cs typeface="Aptos" pitchFamily="34" charset="-120"/>
              </a:rPr>
              <a:t>Every improvement opportunity starts with one question: what needs to improve?</a:t>
            </a:r>
            <a:endParaRPr lang="en-US" sz="1600" dirty="0"/>
          </a:p>
        </p:txBody>
      </p:sp>
      <p:sp>
        <p:nvSpPr>
          <p:cNvPr id="48" name="Shape 46">
            <a:extLst>
              <a:ext uri="{FF2B5EF4-FFF2-40B4-BE49-F238E27FC236}">
                <a16:creationId xmlns:a16="http://schemas.microsoft.com/office/drawing/2014/main" id="{91CFF583-7FD5-5731-08F8-A963436F135C}"/>
              </a:ext>
            </a:extLst>
          </p:cNvPr>
          <p:cNvSpPr/>
          <p:nvPr/>
        </p:nvSpPr>
        <p:spPr>
          <a:xfrm>
            <a:off x="182880" y="6473952"/>
            <a:ext cx="11823192" cy="0"/>
          </a:xfrm>
          <a:prstGeom prst="line">
            <a:avLst/>
          </a:prstGeom>
          <a:noFill/>
          <a:ln w="6350">
            <a:solidFill>
              <a:srgbClr val="CFC8BE"/>
            </a:solidFill>
            <a:prstDash val="solid"/>
          </a:ln>
        </p:spPr>
        <p:txBody>
          <a:bodyPr/>
          <a:lstStyle/>
          <a:p>
            <a:endParaRPr lang="en-US"/>
          </a:p>
        </p:txBody>
      </p:sp>
      <p:sp>
        <p:nvSpPr>
          <p:cNvPr id="49" name="Text 47">
            <a:extLst>
              <a:ext uri="{FF2B5EF4-FFF2-40B4-BE49-F238E27FC236}">
                <a16:creationId xmlns:a16="http://schemas.microsoft.com/office/drawing/2014/main" id="{48BF4199-573F-E8F8-9391-DB0D4187B212}"/>
              </a:ext>
            </a:extLst>
          </p:cNvPr>
          <p:cNvSpPr/>
          <p:nvPr/>
        </p:nvSpPr>
        <p:spPr>
          <a:xfrm>
            <a:off x="292608" y="6574536"/>
            <a:ext cx="1737360" cy="109728"/>
          </a:xfrm>
          <a:prstGeom prst="rect">
            <a:avLst/>
          </a:prstGeom>
          <a:noFill/>
          <a:ln/>
        </p:spPr>
        <p:txBody>
          <a:bodyPr wrap="square" lIns="0" tIns="0" rIns="0" bIns="0" rtlCol="0" anchor="ctr">
            <a:normAutofit/>
          </a:bodyPr>
          <a:lstStyle/>
          <a:p>
            <a:pPr marL="0" indent="0" algn="l">
              <a:buNone/>
            </a:pPr>
            <a:r>
              <a:rPr lang="en-US" sz="540" dirty="0">
                <a:solidFill>
                  <a:srgbClr val="1B1D1A"/>
                </a:solidFill>
                <a:latin typeface="Aptos" pitchFamily="34" charset="0"/>
                <a:ea typeface="Aptos" pitchFamily="34" charset="-122"/>
                <a:cs typeface="Aptos" pitchFamily="34" charset="-120"/>
              </a:rPr>
              <a:t>Manager Activation</a:t>
            </a:r>
            <a:endParaRPr lang="en-US" sz="540" dirty="0"/>
          </a:p>
        </p:txBody>
      </p:sp>
      <p:sp>
        <p:nvSpPr>
          <p:cNvPr id="50" name="Text 48">
            <a:extLst>
              <a:ext uri="{FF2B5EF4-FFF2-40B4-BE49-F238E27FC236}">
                <a16:creationId xmlns:a16="http://schemas.microsoft.com/office/drawing/2014/main" id="{12F556A2-08B9-BFD4-EF1C-0F407832B5B0}"/>
              </a:ext>
            </a:extLst>
          </p:cNvPr>
          <p:cNvSpPr/>
          <p:nvPr/>
        </p:nvSpPr>
        <p:spPr>
          <a:xfrm>
            <a:off x="10561320" y="6574536"/>
            <a:ext cx="914400" cy="109728"/>
          </a:xfrm>
          <a:prstGeom prst="rect">
            <a:avLst/>
          </a:prstGeom>
          <a:noFill/>
          <a:ln/>
        </p:spPr>
        <p:txBody>
          <a:bodyPr wrap="square" lIns="0" tIns="0" rIns="0" bIns="0" rtlCol="0" anchor="ctr">
            <a:normAutofit/>
          </a:bodyPr>
          <a:lstStyle/>
          <a:p>
            <a:pPr marL="0" indent="0" algn="r">
              <a:buNone/>
            </a:pPr>
            <a:r>
              <a:rPr lang="en-US" sz="540" dirty="0">
                <a:solidFill>
                  <a:srgbClr val="1B1D1A"/>
                </a:solidFill>
                <a:latin typeface="Aptos" pitchFamily="34" charset="0"/>
                <a:ea typeface="Aptos" pitchFamily="34" charset="-122"/>
                <a:cs typeface="Aptos" pitchFamily="34" charset="-120"/>
              </a:rPr>
              <a:t>CONFIDENTIAL</a:t>
            </a:r>
            <a:endParaRPr lang="en-US" sz="540" dirty="0"/>
          </a:p>
        </p:txBody>
      </p:sp>
      <p:sp>
        <p:nvSpPr>
          <p:cNvPr id="51" name="Text 49">
            <a:extLst>
              <a:ext uri="{FF2B5EF4-FFF2-40B4-BE49-F238E27FC236}">
                <a16:creationId xmlns:a16="http://schemas.microsoft.com/office/drawing/2014/main" id="{99D315EB-F59E-7790-3E16-9DE88C75CDD7}"/>
              </a:ext>
            </a:extLst>
          </p:cNvPr>
          <p:cNvSpPr/>
          <p:nvPr/>
        </p:nvSpPr>
        <p:spPr>
          <a:xfrm>
            <a:off x="11722608" y="6574536"/>
            <a:ext cx="182880" cy="109728"/>
          </a:xfrm>
          <a:prstGeom prst="rect">
            <a:avLst/>
          </a:prstGeom>
          <a:noFill/>
          <a:ln/>
        </p:spPr>
        <p:txBody>
          <a:bodyPr wrap="square" lIns="0" tIns="0" rIns="0" bIns="0" rtlCol="0" anchor="ctr">
            <a:normAutofit/>
          </a:bodyPr>
          <a:lstStyle/>
          <a:p>
            <a:pPr marL="0" indent="0" algn="r">
              <a:buNone/>
            </a:pPr>
            <a:r>
              <a:rPr lang="en-US" sz="540" dirty="0">
                <a:solidFill>
                  <a:srgbClr val="1B1D1A"/>
                </a:solidFill>
                <a:latin typeface="Aptos" pitchFamily="34" charset="0"/>
                <a:ea typeface="Aptos" pitchFamily="34" charset="-122"/>
                <a:cs typeface="Aptos" pitchFamily="34" charset="-120"/>
              </a:rPr>
              <a:t>1</a:t>
            </a:r>
            <a:endParaRPr lang="en-US" sz="540" dirty="0"/>
          </a:p>
        </p:txBody>
      </p:sp>
      <p:grpSp>
        <p:nvGrpSpPr>
          <p:cNvPr id="59" name="Group 58">
            <a:extLst>
              <a:ext uri="{FF2B5EF4-FFF2-40B4-BE49-F238E27FC236}">
                <a16:creationId xmlns:a16="http://schemas.microsoft.com/office/drawing/2014/main" id="{E576A057-6FD1-F953-D0C3-5D5857949F3A}"/>
              </a:ext>
            </a:extLst>
          </p:cNvPr>
          <p:cNvGrpSpPr/>
          <p:nvPr/>
        </p:nvGrpSpPr>
        <p:grpSpPr>
          <a:xfrm>
            <a:off x="522776" y="1342565"/>
            <a:ext cx="11183112" cy="4811774"/>
            <a:chOff x="522776" y="1063164"/>
            <a:chExt cx="11183112" cy="4811774"/>
          </a:xfrm>
        </p:grpSpPr>
        <p:sp>
          <p:nvSpPr>
            <p:cNvPr id="6" name="Shape 4">
              <a:extLst>
                <a:ext uri="{FF2B5EF4-FFF2-40B4-BE49-F238E27FC236}">
                  <a16:creationId xmlns:a16="http://schemas.microsoft.com/office/drawing/2014/main" id="{22EB4333-3A67-5E17-F8FF-DAFBADF9FF29}"/>
                </a:ext>
              </a:extLst>
            </p:cNvPr>
            <p:cNvSpPr/>
            <p:nvPr/>
          </p:nvSpPr>
          <p:spPr>
            <a:xfrm>
              <a:off x="3805472" y="1064088"/>
              <a:ext cx="4617720" cy="530352"/>
            </a:xfrm>
            <a:prstGeom prst="roundRect">
              <a:avLst>
                <a:gd name="adj" fmla="val 12069"/>
              </a:avLst>
            </a:prstGeom>
            <a:solidFill>
              <a:srgbClr val="151713"/>
            </a:solidFill>
            <a:ln w="12700">
              <a:solidFill>
                <a:srgbClr val="151713"/>
              </a:solidFill>
              <a:prstDash val="solid"/>
            </a:ln>
          </p:spPr>
          <p:txBody>
            <a:bodyPr/>
            <a:lstStyle/>
            <a:p>
              <a:endParaRPr lang="en-US"/>
            </a:p>
          </p:txBody>
        </p:sp>
        <p:grpSp>
          <p:nvGrpSpPr>
            <p:cNvPr id="57" name="Group 56">
              <a:extLst>
                <a:ext uri="{FF2B5EF4-FFF2-40B4-BE49-F238E27FC236}">
                  <a16:creationId xmlns:a16="http://schemas.microsoft.com/office/drawing/2014/main" id="{FFE953A6-7F1B-9A11-EEF5-9B6007C6A26D}"/>
                </a:ext>
              </a:extLst>
            </p:cNvPr>
            <p:cNvGrpSpPr/>
            <p:nvPr/>
          </p:nvGrpSpPr>
          <p:grpSpPr>
            <a:xfrm>
              <a:off x="522776" y="1063164"/>
              <a:ext cx="11183112" cy="4811774"/>
              <a:chOff x="548177" y="-494703"/>
              <a:chExt cx="11183112" cy="4811774"/>
            </a:xfrm>
          </p:grpSpPr>
          <p:grpSp>
            <p:nvGrpSpPr>
              <p:cNvPr id="55" name="Group 54">
                <a:extLst>
                  <a:ext uri="{FF2B5EF4-FFF2-40B4-BE49-F238E27FC236}">
                    <a16:creationId xmlns:a16="http://schemas.microsoft.com/office/drawing/2014/main" id="{225744E4-5B8F-1155-6CF7-2843529FAFE5}"/>
                  </a:ext>
                </a:extLst>
              </p:cNvPr>
              <p:cNvGrpSpPr/>
              <p:nvPr/>
            </p:nvGrpSpPr>
            <p:grpSpPr>
              <a:xfrm>
                <a:off x="548177" y="-494703"/>
                <a:ext cx="11183112" cy="4811774"/>
                <a:chOff x="548177" y="-494703"/>
                <a:chExt cx="11183112" cy="4811774"/>
              </a:xfrm>
            </p:grpSpPr>
            <p:grpSp>
              <p:nvGrpSpPr>
                <p:cNvPr id="54" name="Group 53">
                  <a:extLst>
                    <a:ext uri="{FF2B5EF4-FFF2-40B4-BE49-F238E27FC236}">
                      <a16:creationId xmlns:a16="http://schemas.microsoft.com/office/drawing/2014/main" id="{BCB57DE6-F92E-9FAB-EABE-676E9B3D3E21}"/>
                    </a:ext>
                  </a:extLst>
                </p:cNvPr>
                <p:cNvGrpSpPr/>
                <p:nvPr/>
              </p:nvGrpSpPr>
              <p:grpSpPr>
                <a:xfrm>
                  <a:off x="548177" y="-494703"/>
                  <a:ext cx="11183112" cy="4811774"/>
                  <a:chOff x="548177" y="-494703"/>
                  <a:chExt cx="11183112" cy="4811774"/>
                </a:xfrm>
              </p:grpSpPr>
              <p:grpSp>
                <p:nvGrpSpPr>
                  <p:cNvPr id="53" name="Group 52">
                    <a:extLst>
                      <a:ext uri="{FF2B5EF4-FFF2-40B4-BE49-F238E27FC236}">
                        <a16:creationId xmlns:a16="http://schemas.microsoft.com/office/drawing/2014/main" id="{61C4F012-82E6-9571-16B5-B0A97972F4E4}"/>
                      </a:ext>
                    </a:extLst>
                  </p:cNvPr>
                  <p:cNvGrpSpPr/>
                  <p:nvPr/>
                </p:nvGrpSpPr>
                <p:grpSpPr>
                  <a:xfrm>
                    <a:off x="548177" y="-494703"/>
                    <a:ext cx="11183112" cy="4811774"/>
                    <a:chOff x="502920" y="1792224"/>
                    <a:chExt cx="11183112" cy="4811774"/>
                  </a:xfrm>
                </p:grpSpPr>
                <p:sp>
                  <p:nvSpPr>
                    <p:cNvPr id="7" name="Text 5">
                      <a:extLst>
                        <a:ext uri="{FF2B5EF4-FFF2-40B4-BE49-F238E27FC236}">
                          <a16:creationId xmlns:a16="http://schemas.microsoft.com/office/drawing/2014/main" id="{00072696-0379-C71D-495B-4BE8B22384D6}"/>
                        </a:ext>
                      </a:extLst>
                    </p:cNvPr>
                    <p:cNvSpPr/>
                    <p:nvPr/>
                  </p:nvSpPr>
                  <p:spPr>
                    <a:xfrm>
                      <a:off x="3794760" y="1792224"/>
                      <a:ext cx="4617720" cy="530352"/>
                    </a:xfrm>
                    <a:prstGeom prst="rect">
                      <a:avLst/>
                    </a:prstGeom>
                    <a:noFill/>
                    <a:ln/>
                  </p:spPr>
                  <p:txBody>
                    <a:bodyPr wrap="square" lIns="0" tIns="0" rIns="0" bIns="0" rtlCol="0" anchor="ctr">
                      <a:normAutofit/>
                    </a:bodyPr>
                    <a:lstStyle/>
                    <a:p>
                      <a:pPr marL="0" indent="0" algn="ctr">
                        <a:buNone/>
                      </a:pPr>
                      <a:r>
                        <a:rPr lang="en-US" sz="1600" b="1" dirty="0">
                          <a:solidFill>
                            <a:srgbClr val="FFFFFF"/>
                          </a:solidFill>
                          <a:latin typeface="Aptos" pitchFamily="34" charset="0"/>
                          <a:ea typeface="Aptos" pitchFamily="34" charset="-122"/>
                          <a:cs typeface="Aptos" pitchFamily="34" charset="-120"/>
                        </a:rPr>
                        <a:t>What needs to improve?</a:t>
                      </a:r>
                      <a:endParaRPr lang="en-US" sz="1600" dirty="0"/>
                    </a:p>
                  </p:txBody>
                </p:sp>
                <p:sp>
                  <p:nvSpPr>
                    <p:cNvPr id="8" name="Shape 6">
                      <a:extLst>
                        <a:ext uri="{FF2B5EF4-FFF2-40B4-BE49-F238E27FC236}">
                          <a16:creationId xmlns:a16="http://schemas.microsoft.com/office/drawing/2014/main" id="{2E657FF3-14FC-C7E6-ED33-2C7466B83B86}"/>
                        </a:ext>
                      </a:extLst>
                    </p:cNvPr>
                    <p:cNvSpPr/>
                    <p:nvPr/>
                  </p:nvSpPr>
                  <p:spPr>
                    <a:xfrm>
                      <a:off x="6099048" y="2322576"/>
                      <a:ext cx="0" cy="338328"/>
                    </a:xfrm>
                    <a:prstGeom prst="line">
                      <a:avLst/>
                    </a:prstGeom>
                    <a:noFill/>
                    <a:ln w="12700">
                      <a:solidFill>
                        <a:srgbClr val="151713"/>
                      </a:solidFill>
                      <a:prstDash val="solid"/>
                    </a:ln>
                  </p:spPr>
                  <p:txBody>
                    <a:bodyPr/>
                    <a:lstStyle/>
                    <a:p>
                      <a:endParaRPr lang="en-US"/>
                    </a:p>
                  </p:txBody>
                </p:sp>
                <p:sp>
                  <p:nvSpPr>
                    <p:cNvPr id="9" name="Shape 7">
                      <a:extLst>
                        <a:ext uri="{FF2B5EF4-FFF2-40B4-BE49-F238E27FC236}">
                          <a16:creationId xmlns:a16="http://schemas.microsoft.com/office/drawing/2014/main" id="{79E3B885-864F-0976-0AE6-26407542A47E}"/>
                        </a:ext>
                      </a:extLst>
                    </p:cNvPr>
                    <p:cNvSpPr/>
                    <p:nvPr/>
                  </p:nvSpPr>
                  <p:spPr>
                    <a:xfrm>
                      <a:off x="2788920" y="2660904"/>
                      <a:ext cx="6620256" cy="0"/>
                    </a:xfrm>
                    <a:prstGeom prst="line">
                      <a:avLst/>
                    </a:prstGeom>
                    <a:noFill/>
                    <a:ln w="12700">
                      <a:solidFill>
                        <a:srgbClr val="151713"/>
                      </a:solidFill>
                      <a:prstDash val="solid"/>
                    </a:ln>
                  </p:spPr>
                  <p:txBody>
                    <a:bodyPr/>
                    <a:lstStyle/>
                    <a:p>
                      <a:endParaRPr lang="en-US"/>
                    </a:p>
                  </p:txBody>
                </p:sp>
                <p:sp>
                  <p:nvSpPr>
                    <p:cNvPr id="10" name="Shape 8">
                      <a:extLst>
                        <a:ext uri="{FF2B5EF4-FFF2-40B4-BE49-F238E27FC236}">
                          <a16:creationId xmlns:a16="http://schemas.microsoft.com/office/drawing/2014/main" id="{8132F462-58D8-D9CD-E79F-F47A881EE5C2}"/>
                        </a:ext>
                      </a:extLst>
                    </p:cNvPr>
                    <p:cNvSpPr/>
                    <p:nvPr/>
                  </p:nvSpPr>
                  <p:spPr>
                    <a:xfrm>
                      <a:off x="2788920" y="2660904"/>
                      <a:ext cx="0" cy="155448"/>
                    </a:xfrm>
                    <a:prstGeom prst="line">
                      <a:avLst/>
                    </a:prstGeom>
                    <a:noFill/>
                    <a:ln w="12700">
                      <a:solidFill>
                        <a:srgbClr val="151713"/>
                      </a:solidFill>
                      <a:prstDash val="solid"/>
                    </a:ln>
                  </p:spPr>
                  <p:txBody>
                    <a:bodyPr/>
                    <a:lstStyle/>
                    <a:p>
                      <a:endParaRPr lang="en-US"/>
                    </a:p>
                  </p:txBody>
                </p:sp>
                <p:sp>
                  <p:nvSpPr>
                    <p:cNvPr id="11" name="Shape 9">
                      <a:extLst>
                        <a:ext uri="{FF2B5EF4-FFF2-40B4-BE49-F238E27FC236}">
                          <a16:creationId xmlns:a16="http://schemas.microsoft.com/office/drawing/2014/main" id="{49052006-017E-B8FE-4EF0-6508DC3AB69F}"/>
                        </a:ext>
                      </a:extLst>
                    </p:cNvPr>
                    <p:cNvSpPr/>
                    <p:nvPr/>
                  </p:nvSpPr>
                  <p:spPr>
                    <a:xfrm>
                      <a:off x="9409176" y="2660904"/>
                      <a:ext cx="0" cy="155448"/>
                    </a:xfrm>
                    <a:prstGeom prst="line">
                      <a:avLst/>
                    </a:prstGeom>
                    <a:noFill/>
                    <a:ln w="12700">
                      <a:solidFill>
                        <a:srgbClr val="151713"/>
                      </a:solidFill>
                      <a:prstDash val="solid"/>
                    </a:ln>
                  </p:spPr>
                  <p:txBody>
                    <a:bodyPr/>
                    <a:lstStyle/>
                    <a:p>
                      <a:endParaRPr lang="en-US"/>
                    </a:p>
                  </p:txBody>
                </p:sp>
                <p:sp>
                  <p:nvSpPr>
                    <p:cNvPr id="13" name="Shape 11">
                      <a:extLst>
                        <a:ext uri="{FF2B5EF4-FFF2-40B4-BE49-F238E27FC236}">
                          <a16:creationId xmlns:a16="http://schemas.microsoft.com/office/drawing/2014/main" id="{6C4B5538-E8BF-75AD-D9DB-724F170B4F0F}"/>
                        </a:ext>
                      </a:extLst>
                    </p:cNvPr>
                    <p:cNvSpPr/>
                    <p:nvPr/>
                  </p:nvSpPr>
                  <p:spPr>
                    <a:xfrm>
                      <a:off x="502920" y="2816352"/>
                      <a:ext cx="5394960" cy="3261948"/>
                    </a:xfrm>
                    <a:prstGeom prst="roundRect">
                      <a:avLst>
                        <a:gd name="adj" fmla="val 1786"/>
                      </a:avLst>
                    </a:prstGeom>
                    <a:solidFill>
                      <a:srgbClr val="FFFFFF"/>
                    </a:solidFill>
                    <a:ln w="12700">
                      <a:solidFill>
                        <a:srgbClr val="CFC8BE"/>
                      </a:solidFill>
                      <a:prstDash val="solid"/>
                    </a:ln>
                  </p:spPr>
                  <p:txBody>
                    <a:bodyPr/>
                    <a:lstStyle/>
                    <a:p>
                      <a:endParaRPr lang="en-US"/>
                    </a:p>
                  </p:txBody>
                </p:sp>
                <p:sp>
                  <p:nvSpPr>
                    <p:cNvPr id="14" name="Shape 12">
                      <a:extLst>
                        <a:ext uri="{FF2B5EF4-FFF2-40B4-BE49-F238E27FC236}">
                          <a16:creationId xmlns:a16="http://schemas.microsoft.com/office/drawing/2014/main" id="{565D497D-539D-E0BF-EBE1-55BDF3837FEA}"/>
                        </a:ext>
                      </a:extLst>
                    </p:cNvPr>
                    <p:cNvSpPr/>
                    <p:nvPr/>
                  </p:nvSpPr>
                  <p:spPr>
                    <a:xfrm>
                      <a:off x="502920" y="2816352"/>
                      <a:ext cx="5394960" cy="109728"/>
                    </a:xfrm>
                    <a:prstGeom prst="rect">
                      <a:avLst/>
                    </a:prstGeom>
                    <a:solidFill>
                      <a:srgbClr val="00AAA6"/>
                    </a:solidFill>
                    <a:ln w="12700">
                      <a:solidFill>
                        <a:srgbClr val="00AAA6"/>
                      </a:solidFill>
                      <a:prstDash val="solid"/>
                    </a:ln>
                  </p:spPr>
                  <p:txBody>
                    <a:bodyPr/>
                    <a:lstStyle/>
                    <a:p>
                      <a:endParaRPr lang="en-US"/>
                    </a:p>
                  </p:txBody>
                </p:sp>
                <p:sp>
                  <p:nvSpPr>
                    <p:cNvPr id="15" name="Text 13">
                      <a:extLst>
                        <a:ext uri="{FF2B5EF4-FFF2-40B4-BE49-F238E27FC236}">
                          <a16:creationId xmlns:a16="http://schemas.microsoft.com/office/drawing/2014/main" id="{19FFA30D-B16D-D0A1-F75E-302271D8798B}"/>
                        </a:ext>
                      </a:extLst>
                    </p:cNvPr>
                    <p:cNvSpPr/>
                    <p:nvPr/>
                  </p:nvSpPr>
                  <p:spPr>
                    <a:xfrm>
                      <a:off x="758952" y="3127248"/>
                      <a:ext cx="4882896" cy="320040"/>
                    </a:xfrm>
                    <a:prstGeom prst="rect">
                      <a:avLst/>
                    </a:prstGeom>
                    <a:noFill/>
                    <a:ln/>
                  </p:spPr>
                  <p:txBody>
                    <a:bodyPr wrap="square" lIns="0" tIns="0" rIns="0" bIns="0" rtlCol="0" anchor="ctr">
                      <a:normAutofit/>
                    </a:bodyPr>
                    <a:lstStyle/>
                    <a:p>
                      <a:pPr marL="0" indent="0" algn="l">
                        <a:buNone/>
                      </a:pPr>
                      <a:r>
                        <a:rPr lang="en-US" b="1" dirty="0">
                          <a:solidFill>
                            <a:srgbClr val="1B1D1A"/>
                          </a:solidFill>
                          <a:latin typeface="Aptos" pitchFamily="34" charset="0"/>
                          <a:ea typeface="Aptos" pitchFamily="34" charset="-122"/>
                          <a:cs typeface="Aptos" pitchFamily="34" charset="-120"/>
                        </a:rPr>
                        <a:t>Workflow Improvement Sprint</a:t>
                      </a:r>
                      <a:endParaRPr lang="en-US" dirty="0"/>
                    </a:p>
                  </p:txBody>
                </p:sp>
                <p:sp>
                  <p:nvSpPr>
                    <p:cNvPr id="16" name="Text 14">
                      <a:extLst>
                        <a:ext uri="{FF2B5EF4-FFF2-40B4-BE49-F238E27FC236}">
                          <a16:creationId xmlns:a16="http://schemas.microsoft.com/office/drawing/2014/main" id="{794D0766-20C4-20B6-C8B5-4A6597011B79}"/>
                        </a:ext>
                      </a:extLst>
                    </p:cNvPr>
                    <p:cNvSpPr/>
                    <p:nvPr/>
                  </p:nvSpPr>
                  <p:spPr>
                    <a:xfrm>
                      <a:off x="758952" y="3602736"/>
                      <a:ext cx="4882896" cy="256032"/>
                    </a:xfrm>
                    <a:prstGeom prst="rect">
                      <a:avLst/>
                    </a:prstGeom>
                    <a:noFill/>
                    <a:ln/>
                  </p:spPr>
                  <p:txBody>
                    <a:bodyPr wrap="square" lIns="0" tIns="0" rIns="0" bIns="0" rtlCol="0" anchor="ctr">
                      <a:normAutofit/>
                    </a:bodyPr>
                    <a:lstStyle/>
                    <a:p>
                      <a:pPr marL="0" indent="0" algn="l">
                        <a:buNone/>
                      </a:pPr>
                      <a:r>
                        <a:rPr lang="en-US" sz="1400" b="1" dirty="0">
                          <a:solidFill>
                            <a:srgbClr val="00AAA6"/>
                          </a:solidFill>
                          <a:latin typeface="Aptos" pitchFamily="34" charset="0"/>
                          <a:ea typeface="Aptos" pitchFamily="34" charset="-122"/>
                          <a:cs typeface="Aptos" pitchFamily="34" charset="-120"/>
                        </a:rPr>
                        <a:t>Improve how work gets done.</a:t>
                      </a:r>
                      <a:endParaRPr lang="en-US" sz="1400" dirty="0"/>
                    </a:p>
                  </p:txBody>
                </p:sp>
                <p:sp>
                  <p:nvSpPr>
                    <p:cNvPr id="17" name="Text 15">
                      <a:extLst>
                        <a:ext uri="{FF2B5EF4-FFF2-40B4-BE49-F238E27FC236}">
                          <a16:creationId xmlns:a16="http://schemas.microsoft.com/office/drawing/2014/main" id="{12FDD8A9-2E1A-8987-F568-C0A8E18BECF2}"/>
                        </a:ext>
                      </a:extLst>
                    </p:cNvPr>
                    <p:cNvSpPr/>
                    <p:nvPr/>
                  </p:nvSpPr>
                  <p:spPr>
                    <a:xfrm>
                      <a:off x="758952" y="4005072"/>
                      <a:ext cx="4882896" cy="201168"/>
                    </a:xfrm>
                    <a:prstGeom prst="rect">
                      <a:avLst/>
                    </a:prstGeom>
                    <a:noFill/>
                    <a:ln/>
                  </p:spPr>
                  <p:txBody>
                    <a:bodyPr wrap="square" lIns="0" tIns="0" rIns="0" bIns="0" rtlCol="0" anchor="ctr">
                      <a:normAutofit/>
                    </a:bodyPr>
                    <a:lstStyle/>
                    <a:p>
                      <a:pPr marL="0" indent="0" algn="l">
                        <a:buNone/>
                      </a:pPr>
                      <a:r>
                        <a:rPr lang="en-US" sz="1100" b="1" dirty="0">
                          <a:solidFill>
                            <a:srgbClr val="6E6962"/>
                          </a:solidFill>
                          <a:latin typeface="Aptos" pitchFamily="34" charset="0"/>
                          <a:ea typeface="Aptos" pitchFamily="34" charset="-122"/>
                          <a:cs typeface="Aptos" pitchFamily="34" charset="-120"/>
                        </a:rPr>
                        <a:t>Run this sprint when...</a:t>
                      </a:r>
                      <a:endParaRPr lang="en-US" sz="1100" dirty="0"/>
                    </a:p>
                  </p:txBody>
                </p:sp>
                <p:sp>
                  <p:nvSpPr>
                    <p:cNvPr id="18" name="Shape 16">
                      <a:extLst>
                        <a:ext uri="{FF2B5EF4-FFF2-40B4-BE49-F238E27FC236}">
                          <a16:creationId xmlns:a16="http://schemas.microsoft.com/office/drawing/2014/main" id="{B0A2E102-7704-6C97-EC4B-9B226E531E1B}"/>
                        </a:ext>
                      </a:extLst>
                    </p:cNvPr>
                    <p:cNvSpPr/>
                    <p:nvPr/>
                  </p:nvSpPr>
                  <p:spPr>
                    <a:xfrm>
                      <a:off x="795528" y="4320540"/>
                      <a:ext cx="118872" cy="118872"/>
                    </a:xfrm>
                    <a:prstGeom prst="ellipse">
                      <a:avLst/>
                    </a:prstGeom>
                    <a:solidFill>
                      <a:srgbClr val="00AAA6"/>
                    </a:solidFill>
                    <a:ln w="12700">
                      <a:solidFill>
                        <a:srgbClr val="00AAA6"/>
                      </a:solidFill>
                      <a:prstDash val="solid"/>
                    </a:ln>
                  </p:spPr>
                  <p:txBody>
                    <a:bodyPr/>
                    <a:lstStyle/>
                    <a:p>
                      <a:endParaRPr lang="en-US"/>
                    </a:p>
                  </p:txBody>
                </p:sp>
                <p:sp>
                  <p:nvSpPr>
                    <p:cNvPr id="19" name="Text 17">
                      <a:extLst>
                        <a:ext uri="{FF2B5EF4-FFF2-40B4-BE49-F238E27FC236}">
                          <a16:creationId xmlns:a16="http://schemas.microsoft.com/office/drawing/2014/main" id="{7B7E9F1B-42B8-E4BE-01A9-48A0762195A7}"/>
                        </a:ext>
                      </a:extLst>
                    </p:cNvPr>
                    <p:cNvSpPr/>
                    <p:nvPr/>
                  </p:nvSpPr>
                  <p:spPr>
                    <a:xfrm>
                      <a:off x="1024128" y="4261104"/>
                      <a:ext cx="4114800" cy="228600"/>
                    </a:xfrm>
                    <a:prstGeom prst="rect">
                      <a:avLst/>
                    </a:prstGeom>
                    <a:noFill/>
                    <a:ln/>
                  </p:spPr>
                  <p:txBody>
                    <a:bodyPr wrap="square" lIns="0" tIns="0" rIns="0" bIns="0" rtlCol="0" anchor="ctr">
                      <a:normAutofit/>
                    </a:bodyPr>
                    <a:lstStyle/>
                    <a:p>
                      <a:pPr marL="0" indent="0" algn="l">
                        <a:buNone/>
                      </a:pPr>
                      <a:r>
                        <a:rPr lang="en-US" sz="1100" dirty="0">
                          <a:solidFill>
                            <a:srgbClr val="1B1D1A"/>
                          </a:solidFill>
                          <a:latin typeface="Aptos" pitchFamily="34" charset="0"/>
                          <a:ea typeface="Aptos" pitchFamily="34" charset="-122"/>
                          <a:cs typeface="Aptos" pitchFamily="34" charset="-120"/>
                        </a:rPr>
                        <a:t>The work is repetitive</a:t>
                      </a:r>
                      <a:endParaRPr lang="en-US" sz="1100" dirty="0"/>
                    </a:p>
                  </p:txBody>
                </p:sp>
                <p:sp>
                  <p:nvSpPr>
                    <p:cNvPr id="21" name="Text 19">
                      <a:extLst>
                        <a:ext uri="{FF2B5EF4-FFF2-40B4-BE49-F238E27FC236}">
                          <a16:creationId xmlns:a16="http://schemas.microsoft.com/office/drawing/2014/main" id="{39F777EE-112B-FC16-E88C-0E96152FDEF3}"/>
                        </a:ext>
                      </a:extLst>
                    </p:cNvPr>
                    <p:cNvSpPr/>
                    <p:nvPr/>
                  </p:nvSpPr>
                  <p:spPr>
                    <a:xfrm>
                      <a:off x="1024128" y="4544568"/>
                      <a:ext cx="4114800" cy="228600"/>
                    </a:xfrm>
                    <a:prstGeom prst="rect">
                      <a:avLst/>
                    </a:prstGeom>
                    <a:noFill/>
                    <a:ln/>
                  </p:spPr>
                  <p:txBody>
                    <a:bodyPr wrap="square" lIns="0" tIns="0" rIns="0" bIns="0" rtlCol="0" anchor="ctr">
                      <a:normAutofit/>
                    </a:bodyPr>
                    <a:lstStyle/>
                    <a:p>
                      <a:pPr marL="0" indent="0" algn="l">
                        <a:buNone/>
                      </a:pPr>
                      <a:r>
                        <a:rPr lang="en-US" sz="1100" dirty="0">
                          <a:solidFill>
                            <a:srgbClr val="1B1D1A"/>
                          </a:solidFill>
                          <a:latin typeface="Aptos" pitchFamily="34" charset="0"/>
                          <a:ea typeface="Aptos" pitchFamily="34" charset="-122"/>
                          <a:cs typeface="Aptos" pitchFamily="34" charset="-120"/>
                        </a:rPr>
                        <a:t>It takes too long</a:t>
                      </a:r>
                      <a:endParaRPr lang="en-US" sz="1100" dirty="0"/>
                    </a:p>
                  </p:txBody>
                </p:sp>
                <p:sp>
                  <p:nvSpPr>
                    <p:cNvPr id="22" name="Shape 20">
                      <a:extLst>
                        <a:ext uri="{FF2B5EF4-FFF2-40B4-BE49-F238E27FC236}">
                          <a16:creationId xmlns:a16="http://schemas.microsoft.com/office/drawing/2014/main" id="{E6B68337-890A-B67F-406C-C71612D6C34F}"/>
                        </a:ext>
                      </a:extLst>
                    </p:cNvPr>
                    <p:cNvSpPr/>
                    <p:nvPr/>
                  </p:nvSpPr>
                  <p:spPr>
                    <a:xfrm>
                      <a:off x="795528" y="4887468"/>
                      <a:ext cx="118872" cy="118872"/>
                    </a:xfrm>
                    <a:prstGeom prst="ellipse">
                      <a:avLst/>
                    </a:prstGeom>
                    <a:solidFill>
                      <a:srgbClr val="00AAA6"/>
                    </a:solidFill>
                    <a:ln w="12700">
                      <a:solidFill>
                        <a:srgbClr val="00AAA6"/>
                      </a:solidFill>
                      <a:prstDash val="solid"/>
                    </a:ln>
                  </p:spPr>
                  <p:txBody>
                    <a:bodyPr/>
                    <a:lstStyle/>
                    <a:p>
                      <a:endParaRPr lang="en-US"/>
                    </a:p>
                  </p:txBody>
                </p:sp>
                <p:sp>
                  <p:nvSpPr>
                    <p:cNvPr id="23" name="Text 21">
                      <a:extLst>
                        <a:ext uri="{FF2B5EF4-FFF2-40B4-BE49-F238E27FC236}">
                          <a16:creationId xmlns:a16="http://schemas.microsoft.com/office/drawing/2014/main" id="{27CD7630-4016-6380-4B94-259BFB42AA72}"/>
                        </a:ext>
                      </a:extLst>
                    </p:cNvPr>
                    <p:cNvSpPr/>
                    <p:nvPr/>
                  </p:nvSpPr>
                  <p:spPr>
                    <a:xfrm>
                      <a:off x="1024128" y="4828032"/>
                      <a:ext cx="4114800" cy="228600"/>
                    </a:xfrm>
                    <a:prstGeom prst="rect">
                      <a:avLst/>
                    </a:prstGeom>
                    <a:noFill/>
                    <a:ln/>
                  </p:spPr>
                  <p:txBody>
                    <a:bodyPr wrap="square" lIns="0" tIns="0" rIns="0" bIns="0" rtlCol="0" anchor="ctr">
                      <a:normAutofit/>
                    </a:bodyPr>
                    <a:lstStyle/>
                    <a:p>
                      <a:pPr marL="0" indent="0" algn="l">
                        <a:buNone/>
                      </a:pPr>
                      <a:r>
                        <a:rPr lang="en-US" sz="1100" dirty="0">
                          <a:solidFill>
                            <a:srgbClr val="1B1D1A"/>
                          </a:solidFill>
                          <a:latin typeface="Aptos" pitchFamily="34" charset="0"/>
                          <a:ea typeface="Aptos" pitchFamily="34" charset="-122"/>
                          <a:cs typeface="Aptos" pitchFamily="34" charset="-120"/>
                        </a:rPr>
                        <a:t>There is unnecessary friction</a:t>
                      </a:r>
                      <a:endParaRPr lang="en-US" sz="1100" dirty="0"/>
                    </a:p>
                  </p:txBody>
                </p:sp>
                <p:sp>
                  <p:nvSpPr>
                    <p:cNvPr id="24" name="Shape 22">
                      <a:extLst>
                        <a:ext uri="{FF2B5EF4-FFF2-40B4-BE49-F238E27FC236}">
                          <a16:creationId xmlns:a16="http://schemas.microsoft.com/office/drawing/2014/main" id="{7E4987B1-98C1-1996-C31E-E83D05CD174E}"/>
                        </a:ext>
                      </a:extLst>
                    </p:cNvPr>
                    <p:cNvSpPr/>
                    <p:nvPr/>
                  </p:nvSpPr>
                  <p:spPr>
                    <a:xfrm>
                      <a:off x="795528" y="5170932"/>
                      <a:ext cx="118872" cy="118872"/>
                    </a:xfrm>
                    <a:prstGeom prst="ellipse">
                      <a:avLst/>
                    </a:prstGeom>
                    <a:solidFill>
                      <a:srgbClr val="00AAA6"/>
                    </a:solidFill>
                    <a:ln w="12700">
                      <a:solidFill>
                        <a:srgbClr val="00AAA6"/>
                      </a:solidFill>
                      <a:prstDash val="solid"/>
                    </a:ln>
                  </p:spPr>
                  <p:txBody>
                    <a:bodyPr/>
                    <a:lstStyle/>
                    <a:p>
                      <a:endParaRPr lang="en-US"/>
                    </a:p>
                  </p:txBody>
                </p:sp>
                <p:sp>
                  <p:nvSpPr>
                    <p:cNvPr id="25" name="Text 23">
                      <a:extLst>
                        <a:ext uri="{FF2B5EF4-FFF2-40B4-BE49-F238E27FC236}">
                          <a16:creationId xmlns:a16="http://schemas.microsoft.com/office/drawing/2014/main" id="{ADC0E24A-A286-A645-5B2D-E332B630F693}"/>
                        </a:ext>
                      </a:extLst>
                    </p:cNvPr>
                    <p:cNvSpPr/>
                    <p:nvPr/>
                  </p:nvSpPr>
                  <p:spPr>
                    <a:xfrm>
                      <a:off x="1024128" y="5111496"/>
                      <a:ext cx="4114800" cy="228600"/>
                    </a:xfrm>
                    <a:prstGeom prst="rect">
                      <a:avLst/>
                    </a:prstGeom>
                    <a:noFill/>
                    <a:ln/>
                  </p:spPr>
                  <p:txBody>
                    <a:bodyPr wrap="square" lIns="0" tIns="0" rIns="0" bIns="0" rtlCol="0" anchor="ctr">
                      <a:normAutofit/>
                    </a:bodyPr>
                    <a:lstStyle/>
                    <a:p>
                      <a:pPr marL="0" indent="0" algn="l">
                        <a:buNone/>
                      </a:pPr>
                      <a:r>
                        <a:rPr lang="en-US" sz="1100" dirty="0">
                          <a:solidFill>
                            <a:srgbClr val="1B1D1A"/>
                          </a:solidFill>
                          <a:latin typeface="Aptos" pitchFamily="34" charset="0"/>
                          <a:ea typeface="Aptos" pitchFamily="34" charset="-122"/>
                          <a:cs typeface="Aptos" pitchFamily="34" charset="-120"/>
                        </a:rPr>
                        <a:t>People keep starting from scratch</a:t>
                      </a:r>
                      <a:endParaRPr lang="en-US" sz="1100" dirty="0"/>
                    </a:p>
                  </p:txBody>
                </p:sp>
                <p:grpSp>
                  <p:nvGrpSpPr>
                    <p:cNvPr id="52" name="Group 51">
                      <a:extLst>
                        <a:ext uri="{FF2B5EF4-FFF2-40B4-BE49-F238E27FC236}">
                          <a16:creationId xmlns:a16="http://schemas.microsoft.com/office/drawing/2014/main" id="{C08C2CFF-0959-2A2D-F952-8A87883D36B3}"/>
                        </a:ext>
                      </a:extLst>
                    </p:cNvPr>
                    <p:cNvGrpSpPr/>
                    <p:nvPr/>
                  </p:nvGrpSpPr>
                  <p:grpSpPr>
                    <a:xfrm>
                      <a:off x="758952" y="5529753"/>
                      <a:ext cx="4882896" cy="411480"/>
                      <a:chOff x="758952" y="5529753"/>
                      <a:chExt cx="4882896" cy="411480"/>
                    </a:xfrm>
                  </p:grpSpPr>
                  <p:sp>
                    <p:nvSpPr>
                      <p:cNvPr id="26" name="Shape 24">
                        <a:extLst>
                          <a:ext uri="{FF2B5EF4-FFF2-40B4-BE49-F238E27FC236}">
                            <a16:creationId xmlns:a16="http://schemas.microsoft.com/office/drawing/2014/main" id="{B2A33886-6CDF-3DCC-8D8D-B9FA70EC1F61}"/>
                          </a:ext>
                        </a:extLst>
                      </p:cNvPr>
                      <p:cNvSpPr/>
                      <p:nvPr/>
                    </p:nvSpPr>
                    <p:spPr>
                      <a:xfrm>
                        <a:off x="758952" y="5529753"/>
                        <a:ext cx="4882896" cy="411480"/>
                      </a:xfrm>
                      <a:prstGeom prst="roundRect">
                        <a:avLst>
                          <a:gd name="adj" fmla="val 11111"/>
                        </a:avLst>
                      </a:prstGeom>
                      <a:solidFill>
                        <a:srgbClr val="F4F1EC"/>
                      </a:solidFill>
                      <a:ln w="7620">
                        <a:solidFill>
                          <a:srgbClr val="CFC8BE"/>
                        </a:solidFill>
                        <a:prstDash val="solid"/>
                      </a:ln>
                    </p:spPr>
                    <p:txBody>
                      <a:bodyPr/>
                      <a:lstStyle/>
                      <a:p>
                        <a:endParaRPr lang="en-US"/>
                      </a:p>
                    </p:txBody>
                  </p:sp>
                  <p:sp>
                    <p:nvSpPr>
                      <p:cNvPr id="27" name="Text 25">
                        <a:extLst>
                          <a:ext uri="{FF2B5EF4-FFF2-40B4-BE49-F238E27FC236}">
                            <a16:creationId xmlns:a16="http://schemas.microsoft.com/office/drawing/2014/main" id="{264762C8-BA65-9183-DF42-B61D8903CC71}"/>
                          </a:ext>
                        </a:extLst>
                      </p:cNvPr>
                      <p:cNvSpPr/>
                      <p:nvPr/>
                    </p:nvSpPr>
                    <p:spPr>
                      <a:xfrm>
                        <a:off x="905256" y="5595793"/>
                        <a:ext cx="4590288" cy="109728"/>
                      </a:xfrm>
                      <a:prstGeom prst="rect">
                        <a:avLst/>
                      </a:prstGeom>
                      <a:noFill/>
                      <a:ln/>
                    </p:spPr>
                    <p:txBody>
                      <a:bodyPr wrap="square" lIns="0" tIns="0" rIns="0" bIns="0" rtlCol="0" anchor="ctr">
                        <a:noAutofit/>
                      </a:bodyPr>
                      <a:lstStyle/>
                      <a:p>
                        <a:pPr marL="0" indent="0" algn="l">
                          <a:buNone/>
                        </a:pPr>
                        <a:r>
                          <a:rPr lang="en-US" sz="1000" b="1" dirty="0">
                            <a:solidFill>
                              <a:srgbClr val="00AAA6"/>
                            </a:solidFill>
                            <a:latin typeface="Aptos" pitchFamily="34" charset="0"/>
                            <a:ea typeface="Aptos" pitchFamily="34" charset="-122"/>
                            <a:cs typeface="Aptos" pitchFamily="34" charset="-120"/>
                          </a:rPr>
                          <a:t>SUCCESS LOOKS LIKE</a:t>
                        </a:r>
                        <a:endParaRPr lang="en-US" sz="1000" dirty="0"/>
                      </a:p>
                    </p:txBody>
                  </p:sp>
                  <p:sp>
                    <p:nvSpPr>
                      <p:cNvPr id="28" name="Text 26">
                        <a:extLst>
                          <a:ext uri="{FF2B5EF4-FFF2-40B4-BE49-F238E27FC236}">
                            <a16:creationId xmlns:a16="http://schemas.microsoft.com/office/drawing/2014/main" id="{EE4AE500-3DBB-D753-1C1A-7F88760BDF38}"/>
                          </a:ext>
                        </a:extLst>
                      </p:cNvPr>
                      <p:cNvSpPr/>
                      <p:nvPr/>
                    </p:nvSpPr>
                    <p:spPr>
                      <a:xfrm>
                        <a:off x="905256" y="5723809"/>
                        <a:ext cx="4590288" cy="146304"/>
                      </a:xfrm>
                      <a:prstGeom prst="rect">
                        <a:avLst/>
                      </a:prstGeom>
                      <a:noFill/>
                      <a:ln/>
                    </p:spPr>
                    <p:txBody>
                      <a:bodyPr wrap="square" lIns="0" tIns="0" rIns="0" bIns="0" rtlCol="0" anchor="ctr">
                        <a:normAutofit fontScale="92500" lnSpcReduction="10000"/>
                      </a:bodyPr>
                      <a:lstStyle/>
                      <a:p>
                        <a:pPr marL="0" indent="0" algn="l">
                          <a:buNone/>
                        </a:pPr>
                        <a:r>
                          <a:rPr lang="en-US" sz="1100" b="1" dirty="0">
                            <a:solidFill>
                              <a:srgbClr val="1B1D1A"/>
                            </a:solidFill>
                            <a:latin typeface="Aptos" pitchFamily="34" charset="0"/>
                            <a:ea typeface="Aptos" pitchFamily="34" charset="-122"/>
                            <a:cs typeface="Aptos" pitchFamily="34" charset="-120"/>
                          </a:rPr>
                          <a:t>The same work takes less effort next time.</a:t>
                        </a:r>
                        <a:endParaRPr lang="en-US" sz="1100" dirty="0"/>
                      </a:p>
                    </p:txBody>
                  </p:sp>
                </p:grpSp>
                <p:sp>
                  <p:nvSpPr>
                    <p:cNvPr id="30" name="Shape 28">
                      <a:extLst>
                        <a:ext uri="{FF2B5EF4-FFF2-40B4-BE49-F238E27FC236}">
                          <a16:creationId xmlns:a16="http://schemas.microsoft.com/office/drawing/2014/main" id="{5155B897-08C0-C495-BAE5-828A99A2D024}"/>
                        </a:ext>
                      </a:extLst>
                    </p:cNvPr>
                    <p:cNvSpPr/>
                    <p:nvPr/>
                  </p:nvSpPr>
                  <p:spPr>
                    <a:xfrm>
                      <a:off x="6291072" y="2816352"/>
                      <a:ext cx="5394960" cy="3261948"/>
                    </a:xfrm>
                    <a:prstGeom prst="roundRect">
                      <a:avLst>
                        <a:gd name="adj" fmla="val 1786"/>
                      </a:avLst>
                    </a:prstGeom>
                    <a:solidFill>
                      <a:srgbClr val="FFFFFF"/>
                    </a:solidFill>
                    <a:ln w="12700">
                      <a:solidFill>
                        <a:schemeClr val="bg1">
                          <a:lumMod val="85000"/>
                        </a:schemeClr>
                      </a:solidFill>
                      <a:prstDash val="solid"/>
                    </a:ln>
                  </p:spPr>
                  <p:txBody>
                    <a:bodyPr/>
                    <a:lstStyle/>
                    <a:p>
                      <a:endParaRPr lang="en-US"/>
                    </a:p>
                  </p:txBody>
                </p:sp>
                <p:sp>
                  <p:nvSpPr>
                    <p:cNvPr id="31" name="Shape 29">
                      <a:extLst>
                        <a:ext uri="{FF2B5EF4-FFF2-40B4-BE49-F238E27FC236}">
                          <a16:creationId xmlns:a16="http://schemas.microsoft.com/office/drawing/2014/main" id="{D27B0E8D-178E-13D7-738C-2E1979B965C4}"/>
                        </a:ext>
                      </a:extLst>
                    </p:cNvPr>
                    <p:cNvSpPr/>
                    <p:nvPr/>
                  </p:nvSpPr>
                  <p:spPr>
                    <a:xfrm>
                      <a:off x="6291072" y="2816352"/>
                      <a:ext cx="5394960" cy="109728"/>
                    </a:xfrm>
                    <a:prstGeom prst="rect">
                      <a:avLst/>
                    </a:prstGeom>
                    <a:solidFill>
                      <a:schemeClr val="bg1">
                        <a:lumMod val="85000"/>
                      </a:schemeClr>
                    </a:solidFill>
                    <a:ln w="12700">
                      <a:solidFill>
                        <a:schemeClr val="bg1">
                          <a:lumMod val="85000"/>
                        </a:schemeClr>
                      </a:solidFill>
                      <a:prstDash val="solid"/>
                    </a:ln>
                  </p:spPr>
                  <p:txBody>
                    <a:bodyPr/>
                    <a:lstStyle/>
                    <a:p>
                      <a:endParaRPr lang="en-US">
                        <a:solidFill>
                          <a:schemeClr val="bg1">
                            <a:lumMod val="75000"/>
                          </a:schemeClr>
                        </a:solidFill>
                      </a:endParaRPr>
                    </a:p>
                  </p:txBody>
                </p:sp>
                <p:sp>
                  <p:nvSpPr>
                    <p:cNvPr id="32" name="Text 30">
                      <a:extLst>
                        <a:ext uri="{FF2B5EF4-FFF2-40B4-BE49-F238E27FC236}">
                          <a16:creationId xmlns:a16="http://schemas.microsoft.com/office/drawing/2014/main" id="{EF62C32C-7F9C-B79B-395B-EB74CFAAD0E6}"/>
                        </a:ext>
                      </a:extLst>
                    </p:cNvPr>
                    <p:cNvSpPr/>
                    <p:nvPr/>
                  </p:nvSpPr>
                  <p:spPr>
                    <a:xfrm>
                      <a:off x="6547104" y="3127248"/>
                      <a:ext cx="4882896" cy="320040"/>
                    </a:xfrm>
                    <a:prstGeom prst="rect">
                      <a:avLst/>
                    </a:prstGeom>
                    <a:noFill/>
                    <a:ln/>
                  </p:spPr>
                  <p:txBody>
                    <a:bodyPr wrap="square" lIns="0" tIns="0" rIns="0" bIns="0" rtlCol="0" anchor="ctr">
                      <a:normAutofit/>
                    </a:bodyPr>
                    <a:lstStyle/>
                    <a:p>
                      <a:pPr marL="0" indent="0" algn="l">
                        <a:buNone/>
                      </a:pPr>
                      <a:r>
                        <a:rPr lang="en-US" b="1" dirty="0">
                          <a:solidFill>
                            <a:schemeClr val="bg1">
                              <a:lumMod val="75000"/>
                            </a:schemeClr>
                          </a:solidFill>
                          <a:latin typeface="Aptos" pitchFamily="34" charset="0"/>
                          <a:ea typeface="Aptos" pitchFamily="34" charset="-122"/>
                          <a:cs typeface="Aptos" pitchFamily="34" charset="-120"/>
                        </a:rPr>
                        <a:t>Capability Enhancement Sprint</a:t>
                      </a:r>
                      <a:endParaRPr lang="en-US" dirty="0">
                        <a:solidFill>
                          <a:schemeClr val="bg1">
                            <a:lumMod val="75000"/>
                          </a:schemeClr>
                        </a:solidFill>
                      </a:endParaRPr>
                    </a:p>
                  </p:txBody>
                </p:sp>
                <p:sp>
                  <p:nvSpPr>
                    <p:cNvPr id="33" name="Text 31">
                      <a:extLst>
                        <a:ext uri="{FF2B5EF4-FFF2-40B4-BE49-F238E27FC236}">
                          <a16:creationId xmlns:a16="http://schemas.microsoft.com/office/drawing/2014/main" id="{BA833DBB-28EB-D2FC-431B-16F09C1B51BF}"/>
                        </a:ext>
                      </a:extLst>
                    </p:cNvPr>
                    <p:cNvSpPr/>
                    <p:nvPr/>
                  </p:nvSpPr>
                  <p:spPr>
                    <a:xfrm>
                      <a:off x="6547104" y="3602736"/>
                      <a:ext cx="4882896" cy="256032"/>
                    </a:xfrm>
                    <a:prstGeom prst="rect">
                      <a:avLst/>
                    </a:prstGeom>
                    <a:noFill/>
                    <a:ln/>
                  </p:spPr>
                  <p:txBody>
                    <a:bodyPr wrap="square" lIns="0" tIns="0" rIns="0" bIns="0" rtlCol="0" anchor="ctr">
                      <a:normAutofit/>
                    </a:bodyPr>
                    <a:lstStyle/>
                    <a:p>
                      <a:pPr marL="0" indent="0" algn="l">
                        <a:buNone/>
                      </a:pPr>
                      <a:r>
                        <a:rPr lang="en-US" sz="1400" b="1" dirty="0">
                          <a:solidFill>
                            <a:schemeClr val="bg1">
                              <a:lumMod val="75000"/>
                            </a:schemeClr>
                          </a:solidFill>
                          <a:latin typeface="Aptos" pitchFamily="34" charset="0"/>
                          <a:ea typeface="Aptos" pitchFamily="34" charset="-122"/>
                          <a:cs typeface="Aptos" pitchFamily="34" charset="-120"/>
                        </a:rPr>
                        <a:t>Improve the quality of the work produced.</a:t>
                      </a:r>
                      <a:endParaRPr lang="en-US" sz="1400" dirty="0">
                        <a:solidFill>
                          <a:schemeClr val="bg1">
                            <a:lumMod val="75000"/>
                          </a:schemeClr>
                        </a:solidFill>
                      </a:endParaRPr>
                    </a:p>
                  </p:txBody>
                </p:sp>
                <p:sp>
                  <p:nvSpPr>
                    <p:cNvPr id="34" name="Text 32">
                      <a:extLst>
                        <a:ext uri="{FF2B5EF4-FFF2-40B4-BE49-F238E27FC236}">
                          <a16:creationId xmlns:a16="http://schemas.microsoft.com/office/drawing/2014/main" id="{61BE51D5-23FE-475E-2BA1-B2ABA95463AA}"/>
                        </a:ext>
                      </a:extLst>
                    </p:cNvPr>
                    <p:cNvSpPr/>
                    <p:nvPr/>
                  </p:nvSpPr>
                  <p:spPr>
                    <a:xfrm>
                      <a:off x="6547104" y="4005072"/>
                      <a:ext cx="4882896" cy="201168"/>
                    </a:xfrm>
                    <a:prstGeom prst="rect">
                      <a:avLst/>
                    </a:prstGeom>
                    <a:noFill/>
                    <a:ln/>
                  </p:spPr>
                  <p:txBody>
                    <a:bodyPr wrap="square" lIns="0" tIns="0" rIns="0" bIns="0" rtlCol="0" anchor="ctr">
                      <a:normAutofit/>
                    </a:bodyPr>
                    <a:lstStyle/>
                    <a:p>
                      <a:pPr marL="0" indent="0" algn="l">
                        <a:buNone/>
                      </a:pPr>
                      <a:r>
                        <a:rPr lang="en-US" sz="1100" b="1" dirty="0">
                          <a:solidFill>
                            <a:schemeClr val="bg1">
                              <a:lumMod val="75000"/>
                            </a:schemeClr>
                          </a:solidFill>
                          <a:latin typeface="Aptos" pitchFamily="34" charset="0"/>
                          <a:ea typeface="Aptos" pitchFamily="34" charset="-122"/>
                          <a:cs typeface="Aptos" pitchFamily="34" charset="-120"/>
                        </a:rPr>
                        <a:t>Run this sprint when...</a:t>
                      </a:r>
                      <a:endParaRPr lang="en-US" sz="1100" dirty="0">
                        <a:solidFill>
                          <a:schemeClr val="bg1">
                            <a:lumMod val="75000"/>
                          </a:schemeClr>
                        </a:solidFill>
                      </a:endParaRPr>
                    </a:p>
                  </p:txBody>
                </p:sp>
                <p:sp>
                  <p:nvSpPr>
                    <p:cNvPr id="36" name="Text 34">
                      <a:extLst>
                        <a:ext uri="{FF2B5EF4-FFF2-40B4-BE49-F238E27FC236}">
                          <a16:creationId xmlns:a16="http://schemas.microsoft.com/office/drawing/2014/main" id="{A57A4F65-006C-4680-7552-BC7D665979A1}"/>
                        </a:ext>
                      </a:extLst>
                    </p:cNvPr>
                    <p:cNvSpPr/>
                    <p:nvPr/>
                  </p:nvSpPr>
                  <p:spPr>
                    <a:xfrm>
                      <a:off x="6812280" y="4261104"/>
                      <a:ext cx="4114800" cy="228600"/>
                    </a:xfrm>
                    <a:prstGeom prst="rect">
                      <a:avLst/>
                    </a:prstGeom>
                    <a:noFill/>
                    <a:ln/>
                  </p:spPr>
                  <p:txBody>
                    <a:bodyPr wrap="square" lIns="0" tIns="0" rIns="0" bIns="0" rtlCol="0" anchor="ctr">
                      <a:normAutofit/>
                    </a:bodyPr>
                    <a:lstStyle/>
                    <a:p>
                      <a:pPr marL="0" indent="0" algn="l">
                        <a:buNone/>
                      </a:pPr>
                      <a:r>
                        <a:rPr lang="en-US" sz="1100" dirty="0">
                          <a:solidFill>
                            <a:schemeClr val="bg1">
                              <a:lumMod val="75000"/>
                            </a:schemeClr>
                          </a:solidFill>
                          <a:latin typeface="Aptos" pitchFamily="34" charset="0"/>
                          <a:ea typeface="Aptos" pitchFamily="34" charset="-122"/>
                          <a:cs typeface="Aptos" pitchFamily="34" charset="-120"/>
                        </a:rPr>
                        <a:t>The work needs stronger thinking</a:t>
                      </a:r>
                      <a:endParaRPr lang="en-US" sz="1100" dirty="0">
                        <a:solidFill>
                          <a:schemeClr val="bg1">
                            <a:lumMod val="75000"/>
                          </a:schemeClr>
                        </a:solidFill>
                      </a:endParaRPr>
                    </a:p>
                  </p:txBody>
                </p:sp>
                <p:sp>
                  <p:nvSpPr>
                    <p:cNvPr id="37" name="Shape 35">
                      <a:extLst>
                        <a:ext uri="{FF2B5EF4-FFF2-40B4-BE49-F238E27FC236}">
                          <a16:creationId xmlns:a16="http://schemas.microsoft.com/office/drawing/2014/main" id="{5AEDEE0E-A006-85EB-6B10-E8F829247402}"/>
                        </a:ext>
                      </a:extLst>
                    </p:cNvPr>
                    <p:cNvSpPr/>
                    <p:nvPr/>
                  </p:nvSpPr>
                  <p:spPr>
                    <a:xfrm>
                      <a:off x="6583680" y="4604004"/>
                      <a:ext cx="118872" cy="118872"/>
                    </a:xfrm>
                    <a:prstGeom prst="ellipse">
                      <a:avLst/>
                    </a:prstGeom>
                    <a:solidFill>
                      <a:schemeClr val="bg1">
                        <a:lumMod val="85000"/>
                      </a:schemeClr>
                    </a:solidFill>
                    <a:ln w="12700">
                      <a:solidFill>
                        <a:schemeClr val="bg1">
                          <a:lumMod val="85000"/>
                        </a:schemeClr>
                      </a:solidFill>
                      <a:prstDash val="solid"/>
                    </a:ln>
                  </p:spPr>
                  <p:txBody>
                    <a:bodyPr/>
                    <a:lstStyle/>
                    <a:p>
                      <a:endParaRPr lang="en-US" dirty="0"/>
                    </a:p>
                  </p:txBody>
                </p:sp>
                <p:sp>
                  <p:nvSpPr>
                    <p:cNvPr id="38" name="Text 36">
                      <a:extLst>
                        <a:ext uri="{FF2B5EF4-FFF2-40B4-BE49-F238E27FC236}">
                          <a16:creationId xmlns:a16="http://schemas.microsoft.com/office/drawing/2014/main" id="{78458B16-FC02-72A3-D174-7C6A31B6391C}"/>
                        </a:ext>
                      </a:extLst>
                    </p:cNvPr>
                    <p:cNvSpPr/>
                    <p:nvPr/>
                  </p:nvSpPr>
                  <p:spPr>
                    <a:xfrm>
                      <a:off x="6812280" y="4544568"/>
                      <a:ext cx="4114800" cy="228600"/>
                    </a:xfrm>
                    <a:prstGeom prst="rect">
                      <a:avLst/>
                    </a:prstGeom>
                    <a:noFill/>
                    <a:ln/>
                  </p:spPr>
                  <p:txBody>
                    <a:bodyPr wrap="square" lIns="0" tIns="0" rIns="0" bIns="0" rtlCol="0" anchor="ctr">
                      <a:normAutofit/>
                    </a:bodyPr>
                    <a:lstStyle/>
                    <a:p>
                      <a:pPr marL="0" indent="0" algn="l">
                        <a:buNone/>
                      </a:pPr>
                      <a:r>
                        <a:rPr lang="en-US" sz="1100" dirty="0">
                          <a:solidFill>
                            <a:schemeClr val="bg1">
                              <a:lumMod val="75000"/>
                            </a:schemeClr>
                          </a:solidFill>
                          <a:latin typeface="Aptos" pitchFamily="34" charset="0"/>
                          <a:ea typeface="Aptos" pitchFamily="34" charset="-122"/>
                          <a:cs typeface="Aptos" pitchFamily="34" charset="-120"/>
                        </a:rPr>
                        <a:t>The quality could be higher</a:t>
                      </a:r>
                      <a:endParaRPr lang="en-US" sz="1100" dirty="0">
                        <a:solidFill>
                          <a:schemeClr val="bg1">
                            <a:lumMod val="75000"/>
                          </a:schemeClr>
                        </a:solidFill>
                      </a:endParaRPr>
                    </a:p>
                  </p:txBody>
                </p:sp>
                <p:sp>
                  <p:nvSpPr>
                    <p:cNvPr id="39" name="Shape 37">
                      <a:extLst>
                        <a:ext uri="{FF2B5EF4-FFF2-40B4-BE49-F238E27FC236}">
                          <a16:creationId xmlns:a16="http://schemas.microsoft.com/office/drawing/2014/main" id="{23EB684F-927F-C619-8086-8B9508FF7E88}"/>
                        </a:ext>
                      </a:extLst>
                    </p:cNvPr>
                    <p:cNvSpPr/>
                    <p:nvPr/>
                  </p:nvSpPr>
                  <p:spPr>
                    <a:xfrm>
                      <a:off x="6583680" y="4887468"/>
                      <a:ext cx="118872" cy="118872"/>
                    </a:xfrm>
                    <a:prstGeom prst="ellipse">
                      <a:avLst/>
                    </a:prstGeom>
                    <a:solidFill>
                      <a:schemeClr val="bg1">
                        <a:lumMod val="85000"/>
                      </a:schemeClr>
                    </a:solidFill>
                    <a:ln w="12700">
                      <a:solidFill>
                        <a:schemeClr val="bg1">
                          <a:lumMod val="85000"/>
                        </a:schemeClr>
                      </a:solidFill>
                      <a:prstDash val="solid"/>
                    </a:ln>
                  </p:spPr>
                  <p:txBody>
                    <a:bodyPr/>
                    <a:lstStyle/>
                    <a:p>
                      <a:endParaRPr lang="en-US" dirty="0"/>
                    </a:p>
                  </p:txBody>
                </p:sp>
                <p:sp>
                  <p:nvSpPr>
                    <p:cNvPr id="40" name="Text 38">
                      <a:extLst>
                        <a:ext uri="{FF2B5EF4-FFF2-40B4-BE49-F238E27FC236}">
                          <a16:creationId xmlns:a16="http://schemas.microsoft.com/office/drawing/2014/main" id="{11F1F0E5-3736-8AEA-242F-7B79C546A5C1}"/>
                        </a:ext>
                      </a:extLst>
                    </p:cNvPr>
                    <p:cNvSpPr/>
                    <p:nvPr/>
                  </p:nvSpPr>
                  <p:spPr>
                    <a:xfrm>
                      <a:off x="6812280" y="4828032"/>
                      <a:ext cx="4114800" cy="228600"/>
                    </a:xfrm>
                    <a:prstGeom prst="rect">
                      <a:avLst/>
                    </a:prstGeom>
                    <a:noFill/>
                    <a:ln/>
                  </p:spPr>
                  <p:txBody>
                    <a:bodyPr wrap="square" lIns="0" tIns="0" rIns="0" bIns="0" rtlCol="0" anchor="ctr">
                      <a:normAutofit/>
                    </a:bodyPr>
                    <a:lstStyle/>
                    <a:p>
                      <a:pPr marL="0" indent="0" algn="l">
                        <a:buNone/>
                      </a:pPr>
                      <a:r>
                        <a:rPr lang="en-US" sz="1100" dirty="0">
                          <a:solidFill>
                            <a:schemeClr val="bg1">
                              <a:lumMod val="75000"/>
                            </a:schemeClr>
                          </a:solidFill>
                          <a:latin typeface="Aptos" pitchFamily="34" charset="0"/>
                          <a:ea typeface="Aptos" pitchFamily="34" charset="-122"/>
                          <a:cs typeface="Aptos" pitchFamily="34" charset="-120"/>
                        </a:rPr>
                        <a:t>Better decisions are needed</a:t>
                      </a:r>
                      <a:endParaRPr lang="en-US" sz="1100" dirty="0">
                        <a:solidFill>
                          <a:schemeClr val="bg1">
                            <a:lumMod val="75000"/>
                          </a:schemeClr>
                        </a:solidFill>
                      </a:endParaRPr>
                    </a:p>
                  </p:txBody>
                </p:sp>
                <p:sp>
                  <p:nvSpPr>
                    <p:cNvPr id="41" name="Shape 39">
                      <a:extLst>
                        <a:ext uri="{FF2B5EF4-FFF2-40B4-BE49-F238E27FC236}">
                          <a16:creationId xmlns:a16="http://schemas.microsoft.com/office/drawing/2014/main" id="{7361BA11-BE81-83B1-179A-99E62907B7AF}"/>
                        </a:ext>
                      </a:extLst>
                    </p:cNvPr>
                    <p:cNvSpPr/>
                    <p:nvPr/>
                  </p:nvSpPr>
                  <p:spPr>
                    <a:xfrm>
                      <a:off x="6583680" y="5170932"/>
                      <a:ext cx="118872" cy="118872"/>
                    </a:xfrm>
                    <a:prstGeom prst="ellipse">
                      <a:avLst/>
                    </a:prstGeom>
                    <a:solidFill>
                      <a:schemeClr val="bg1">
                        <a:lumMod val="85000"/>
                      </a:schemeClr>
                    </a:solidFill>
                    <a:ln w="12700">
                      <a:solidFill>
                        <a:schemeClr val="bg1">
                          <a:lumMod val="85000"/>
                        </a:schemeClr>
                      </a:solidFill>
                      <a:prstDash val="solid"/>
                    </a:ln>
                  </p:spPr>
                  <p:txBody>
                    <a:bodyPr/>
                    <a:lstStyle/>
                    <a:p>
                      <a:endParaRPr lang="en-US" dirty="0"/>
                    </a:p>
                  </p:txBody>
                </p:sp>
                <p:sp>
                  <p:nvSpPr>
                    <p:cNvPr id="42" name="Text 40">
                      <a:extLst>
                        <a:ext uri="{FF2B5EF4-FFF2-40B4-BE49-F238E27FC236}">
                          <a16:creationId xmlns:a16="http://schemas.microsoft.com/office/drawing/2014/main" id="{A965812B-B530-6B97-7960-FB9FD4AE0436}"/>
                        </a:ext>
                      </a:extLst>
                    </p:cNvPr>
                    <p:cNvSpPr/>
                    <p:nvPr/>
                  </p:nvSpPr>
                  <p:spPr>
                    <a:xfrm>
                      <a:off x="6812280" y="5111496"/>
                      <a:ext cx="4114800" cy="228600"/>
                    </a:xfrm>
                    <a:prstGeom prst="rect">
                      <a:avLst/>
                    </a:prstGeom>
                    <a:noFill/>
                    <a:ln/>
                  </p:spPr>
                  <p:txBody>
                    <a:bodyPr wrap="square" lIns="0" tIns="0" rIns="0" bIns="0" rtlCol="0" anchor="ctr">
                      <a:normAutofit/>
                    </a:bodyPr>
                    <a:lstStyle/>
                    <a:p>
                      <a:pPr marL="0" indent="0" algn="l">
                        <a:buNone/>
                      </a:pPr>
                      <a:r>
                        <a:rPr lang="en-US" sz="1100" dirty="0">
                          <a:solidFill>
                            <a:schemeClr val="bg1">
                              <a:lumMod val="75000"/>
                            </a:schemeClr>
                          </a:solidFill>
                          <a:latin typeface="Aptos" pitchFamily="34" charset="0"/>
                          <a:ea typeface="Aptos" pitchFamily="34" charset="-122"/>
                          <a:cs typeface="Aptos" pitchFamily="34" charset="-120"/>
                        </a:rPr>
                        <a:t>Better ideas are needed</a:t>
                      </a:r>
                      <a:endParaRPr lang="en-US" sz="1100" dirty="0">
                        <a:solidFill>
                          <a:schemeClr val="bg1">
                            <a:lumMod val="75000"/>
                          </a:schemeClr>
                        </a:solidFill>
                      </a:endParaRPr>
                    </a:p>
                  </p:txBody>
                </p:sp>
                <p:sp>
                  <p:nvSpPr>
                    <p:cNvPr id="46" name="Shape 44">
                      <a:extLst>
                        <a:ext uri="{FF2B5EF4-FFF2-40B4-BE49-F238E27FC236}">
                          <a16:creationId xmlns:a16="http://schemas.microsoft.com/office/drawing/2014/main" id="{D90A96ED-886A-BF4B-34E1-C26C1B7BC129}"/>
                        </a:ext>
                      </a:extLst>
                    </p:cNvPr>
                    <p:cNvSpPr/>
                    <p:nvPr/>
                  </p:nvSpPr>
                  <p:spPr>
                    <a:xfrm>
                      <a:off x="2011680" y="6248059"/>
                      <a:ext cx="8183880" cy="347472"/>
                    </a:xfrm>
                    <a:prstGeom prst="roundRect">
                      <a:avLst>
                        <a:gd name="adj" fmla="val 15789"/>
                      </a:avLst>
                    </a:prstGeom>
                    <a:solidFill>
                      <a:srgbClr val="151713"/>
                    </a:solidFill>
                    <a:ln w="12700">
                      <a:solidFill>
                        <a:srgbClr val="151713"/>
                      </a:solidFill>
                      <a:prstDash val="solid"/>
                    </a:ln>
                  </p:spPr>
                  <p:txBody>
                    <a:bodyPr/>
                    <a:lstStyle/>
                    <a:p>
                      <a:endParaRPr lang="en-US"/>
                    </a:p>
                  </p:txBody>
                </p:sp>
                <p:sp>
                  <p:nvSpPr>
                    <p:cNvPr id="47" name="Text 45">
                      <a:extLst>
                        <a:ext uri="{FF2B5EF4-FFF2-40B4-BE49-F238E27FC236}">
                          <a16:creationId xmlns:a16="http://schemas.microsoft.com/office/drawing/2014/main" id="{C5F1636D-7712-3454-8ABB-AFD89EACAE57}"/>
                        </a:ext>
                      </a:extLst>
                    </p:cNvPr>
                    <p:cNvSpPr/>
                    <p:nvPr/>
                  </p:nvSpPr>
                  <p:spPr>
                    <a:xfrm>
                      <a:off x="2011680" y="6256526"/>
                      <a:ext cx="8183880" cy="347472"/>
                    </a:xfrm>
                    <a:prstGeom prst="rect">
                      <a:avLst/>
                    </a:prstGeom>
                    <a:noFill/>
                    <a:ln/>
                  </p:spPr>
                  <p:txBody>
                    <a:bodyPr wrap="square" lIns="0" tIns="0" rIns="0" bIns="0" rtlCol="0" anchor="ctr">
                      <a:normAutofit/>
                    </a:bodyPr>
                    <a:lstStyle/>
                    <a:p>
                      <a:pPr marL="0" indent="0" algn="ctr">
                        <a:buNone/>
                      </a:pPr>
                      <a:r>
                        <a:rPr lang="en-US" sz="1400" b="1" dirty="0">
                          <a:solidFill>
                            <a:srgbClr val="FFFFFF"/>
                          </a:solidFill>
                          <a:latin typeface="Aptos" pitchFamily="34" charset="0"/>
                          <a:ea typeface="Aptos" pitchFamily="34" charset="-122"/>
                          <a:cs typeface="Aptos" pitchFamily="34" charset="-120"/>
                        </a:rPr>
                        <a:t>AI is the tool. The improvement goal determines the sprint.</a:t>
                      </a:r>
                      <a:endParaRPr lang="en-US" sz="1400" dirty="0"/>
                    </a:p>
                  </p:txBody>
                </p:sp>
              </p:grpSp>
              <p:sp>
                <p:nvSpPr>
                  <p:cNvPr id="20" name="Shape 18">
                    <a:extLst>
                      <a:ext uri="{FF2B5EF4-FFF2-40B4-BE49-F238E27FC236}">
                        <a16:creationId xmlns:a16="http://schemas.microsoft.com/office/drawing/2014/main" id="{B78FA9C7-53F1-58E6-84F0-8C392ABDE92B}"/>
                      </a:ext>
                    </a:extLst>
                  </p:cNvPr>
                  <p:cNvSpPr/>
                  <p:nvPr/>
                </p:nvSpPr>
                <p:spPr>
                  <a:xfrm>
                    <a:off x="837863" y="2317999"/>
                    <a:ext cx="118872" cy="118872"/>
                  </a:xfrm>
                  <a:prstGeom prst="ellipse">
                    <a:avLst/>
                  </a:prstGeom>
                  <a:solidFill>
                    <a:srgbClr val="00AAA6"/>
                  </a:solidFill>
                  <a:ln w="12700">
                    <a:solidFill>
                      <a:srgbClr val="00AAA6"/>
                    </a:solidFill>
                    <a:prstDash val="solid"/>
                  </a:ln>
                </p:spPr>
                <p:txBody>
                  <a:bodyPr/>
                  <a:lstStyle/>
                  <a:p>
                    <a:endParaRPr lang="en-US"/>
                  </a:p>
                </p:txBody>
              </p:sp>
            </p:grpSp>
            <p:sp>
              <p:nvSpPr>
                <p:cNvPr id="35" name="Shape 33">
                  <a:extLst>
                    <a:ext uri="{FF2B5EF4-FFF2-40B4-BE49-F238E27FC236}">
                      <a16:creationId xmlns:a16="http://schemas.microsoft.com/office/drawing/2014/main" id="{4072DBCC-9001-18CD-80B0-B3FFA83E9222}"/>
                    </a:ext>
                  </a:extLst>
                </p:cNvPr>
                <p:cNvSpPr/>
                <p:nvPr/>
              </p:nvSpPr>
              <p:spPr>
                <a:xfrm>
                  <a:off x="6617548" y="2043001"/>
                  <a:ext cx="118872" cy="118872"/>
                </a:xfrm>
                <a:prstGeom prst="ellipse">
                  <a:avLst/>
                </a:prstGeom>
                <a:solidFill>
                  <a:schemeClr val="bg1">
                    <a:lumMod val="85000"/>
                  </a:schemeClr>
                </a:solidFill>
                <a:ln w="12700">
                  <a:solidFill>
                    <a:schemeClr val="bg1">
                      <a:lumMod val="85000"/>
                    </a:schemeClr>
                  </a:solidFill>
                  <a:prstDash val="solid"/>
                </a:ln>
              </p:spPr>
              <p:txBody>
                <a:bodyPr/>
                <a:lstStyle/>
                <a:p>
                  <a:endParaRPr lang="en-US"/>
                </a:p>
              </p:txBody>
            </p:sp>
          </p:grpSp>
          <p:grpSp>
            <p:nvGrpSpPr>
              <p:cNvPr id="56" name="Group 55">
                <a:extLst>
                  <a:ext uri="{FF2B5EF4-FFF2-40B4-BE49-F238E27FC236}">
                    <a16:creationId xmlns:a16="http://schemas.microsoft.com/office/drawing/2014/main" id="{5430EC49-690C-C845-0CE2-77BB081BFEE4}"/>
                  </a:ext>
                </a:extLst>
              </p:cNvPr>
              <p:cNvGrpSpPr/>
              <p:nvPr/>
            </p:nvGrpSpPr>
            <p:grpSpPr>
              <a:xfrm>
                <a:off x="6547104" y="3252213"/>
                <a:ext cx="4882896" cy="411480"/>
                <a:chOff x="6547104" y="5546686"/>
                <a:chExt cx="4882896" cy="411480"/>
              </a:xfrm>
            </p:grpSpPr>
            <p:sp>
              <p:nvSpPr>
                <p:cNvPr id="43" name="Shape 41">
                  <a:extLst>
                    <a:ext uri="{FF2B5EF4-FFF2-40B4-BE49-F238E27FC236}">
                      <a16:creationId xmlns:a16="http://schemas.microsoft.com/office/drawing/2014/main" id="{12B482A3-CFF7-2C06-718B-C69F4E67A4BF}"/>
                    </a:ext>
                  </a:extLst>
                </p:cNvPr>
                <p:cNvSpPr/>
                <p:nvPr/>
              </p:nvSpPr>
              <p:spPr>
                <a:xfrm>
                  <a:off x="6547104" y="5546686"/>
                  <a:ext cx="4882896" cy="411480"/>
                </a:xfrm>
                <a:prstGeom prst="roundRect">
                  <a:avLst>
                    <a:gd name="adj" fmla="val 11111"/>
                  </a:avLst>
                </a:prstGeom>
                <a:solidFill>
                  <a:schemeClr val="bg1">
                    <a:lumMod val="95000"/>
                  </a:schemeClr>
                </a:solidFill>
                <a:ln w="7620">
                  <a:solidFill>
                    <a:schemeClr val="bg1">
                      <a:lumMod val="85000"/>
                    </a:schemeClr>
                  </a:solidFill>
                  <a:prstDash val="solid"/>
                </a:ln>
              </p:spPr>
              <p:txBody>
                <a:bodyPr/>
                <a:lstStyle/>
                <a:p>
                  <a:endParaRPr lang="en-US"/>
                </a:p>
              </p:txBody>
            </p:sp>
            <p:sp>
              <p:nvSpPr>
                <p:cNvPr id="44" name="Text 42">
                  <a:extLst>
                    <a:ext uri="{FF2B5EF4-FFF2-40B4-BE49-F238E27FC236}">
                      <a16:creationId xmlns:a16="http://schemas.microsoft.com/office/drawing/2014/main" id="{C1E152C3-5EF1-D4A3-C24C-89817C9DF67B}"/>
                    </a:ext>
                  </a:extLst>
                </p:cNvPr>
                <p:cNvSpPr/>
                <p:nvPr/>
              </p:nvSpPr>
              <p:spPr>
                <a:xfrm>
                  <a:off x="6693408" y="5629658"/>
                  <a:ext cx="4590288" cy="109728"/>
                </a:xfrm>
                <a:prstGeom prst="rect">
                  <a:avLst/>
                </a:prstGeom>
                <a:noFill/>
                <a:ln/>
              </p:spPr>
              <p:txBody>
                <a:bodyPr wrap="square" lIns="0" tIns="0" rIns="0" bIns="0" rtlCol="0" anchor="ctr">
                  <a:noAutofit/>
                </a:bodyPr>
                <a:lstStyle/>
                <a:p>
                  <a:pPr marL="0" indent="0" algn="l">
                    <a:buNone/>
                  </a:pPr>
                  <a:r>
                    <a:rPr lang="en-US" sz="1000" b="1" dirty="0">
                      <a:solidFill>
                        <a:schemeClr val="bg1">
                          <a:lumMod val="75000"/>
                        </a:schemeClr>
                      </a:solidFill>
                      <a:latin typeface="Aptos" pitchFamily="34" charset="0"/>
                      <a:ea typeface="Aptos" pitchFamily="34" charset="-122"/>
                      <a:cs typeface="Aptos" pitchFamily="34" charset="-120"/>
                    </a:rPr>
                    <a:t>SUCCESS LOOKS LIKE</a:t>
                  </a:r>
                  <a:endParaRPr lang="en-US" sz="1000" dirty="0">
                    <a:solidFill>
                      <a:schemeClr val="bg1">
                        <a:lumMod val="75000"/>
                      </a:schemeClr>
                    </a:solidFill>
                  </a:endParaRPr>
                </a:p>
              </p:txBody>
            </p:sp>
            <p:sp>
              <p:nvSpPr>
                <p:cNvPr id="45" name="Text 43">
                  <a:extLst>
                    <a:ext uri="{FF2B5EF4-FFF2-40B4-BE49-F238E27FC236}">
                      <a16:creationId xmlns:a16="http://schemas.microsoft.com/office/drawing/2014/main" id="{DC57D05A-E3ED-30DD-C4DD-CF7455138418}"/>
                    </a:ext>
                  </a:extLst>
                </p:cNvPr>
                <p:cNvSpPr/>
                <p:nvPr/>
              </p:nvSpPr>
              <p:spPr>
                <a:xfrm>
                  <a:off x="6693408" y="5757674"/>
                  <a:ext cx="4590288" cy="146304"/>
                </a:xfrm>
                <a:prstGeom prst="rect">
                  <a:avLst/>
                </a:prstGeom>
                <a:noFill/>
                <a:ln/>
              </p:spPr>
              <p:txBody>
                <a:bodyPr wrap="square" lIns="0" tIns="0" rIns="0" bIns="0" rtlCol="0" anchor="ctr">
                  <a:normAutofit lnSpcReduction="10000"/>
                </a:bodyPr>
                <a:lstStyle/>
                <a:p>
                  <a:pPr marL="0" indent="0" algn="l">
                    <a:buNone/>
                  </a:pPr>
                  <a:r>
                    <a:rPr lang="en-US" sz="1000" b="1" dirty="0">
                      <a:solidFill>
                        <a:schemeClr val="bg1">
                          <a:lumMod val="75000"/>
                        </a:schemeClr>
                      </a:solidFill>
                      <a:latin typeface="Aptos" pitchFamily="34" charset="0"/>
                      <a:ea typeface="Aptos" pitchFamily="34" charset="-122"/>
                      <a:cs typeface="Aptos" pitchFamily="34" charset="-120"/>
                    </a:rPr>
                    <a:t>The work itself is better than before.</a:t>
                  </a:r>
                  <a:endParaRPr lang="en-US" sz="1000" dirty="0">
                    <a:solidFill>
                      <a:schemeClr val="bg1">
                        <a:lumMod val="75000"/>
                      </a:schemeClr>
                    </a:solidFill>
                  </a:endParaRPr>
                </a:p>
              </p:txBody>
            </p:sp>
          </p:grpSp>
        </p:grpSp>
      </p:grpSp>
      <p:sp>
        <p:nvSpPr>
          <p:cNvPr id="12" name="Rounded Rectangle 13">
            <a:extLst>
              <a:ext uri="{FF2B5EF4-FFF2-40B4-BE49-F238E27FC236}">
                <a16:creationId xmlns:a16="http://schemas.microsoft.com/office/drawing/2014/main" id="{2B115D85-901D-008E-AEAC-53748C9B6D4B}"/>
              </a:ext>
            </a:extLst>
          </p:cNvPr>
          <p:cNvSpPr/>
          <p:nvPr/>
        </p:nvSpPr>
        <p:spPr>
          <a:xfrm>
            <a:off x="758952" y="2249424"/>
            <a:ext cx="1234440" cy="329184"/>
          </a:xfrm>
          <a:prstGeom prst="roundRect">
            <a:avLst/>
          </a:prstGeom>
          <a:solidFill>
            <a:srgbClr val="00AEAB"/>
          </a:solidFill>
          <a:ln>
            <a:solidFill>
              <a:srgbClr val="00AEAB"/>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ptos"/>
              </a:rPr>
              <a:t>THIS KIT</a:t>
            </a:r>
          </a:p>
        </p:txBody>
      </p:sp>
      <p:sp>
        <p:nvSpPr>
          <p:cNvPr id="29" name="Rounded Rectangle 30">
            <a:extLst>
              <a:ext uri="{FF2B5EF4-FFF2-40B4-BE49-F238E27FC236}">
                <a16:creationId xmlns:a16="http://schemas.microsoft.com/office/drawing/2014/main" id="{CD9BF303-7E73-18F6-F9B9-185EC5EB4EDE}"/>
              </a:ext>
            </a:extLst>
          </p:cNvPr>
          <p:cNvSpPr/>
          <p:nvPr/>
        </p:nvSpPr>
        <p:spPr>
          <a:xfrm>
            <a:off x="9678503" y="2249422"/>
            <a:ext cx="1874519" cy="329184"/>
          </a:xfrm>
          <a:prstGeom prst="roundRect">
            <a:avLst/>
          </a:prstGeom>
          <a:solidFill>
            <a:schemeClr val="bg1">
              <a:lumMod val="75000"/>
            </a:schemeClr>
          </a:solidFill>
          <a:ln>
            <a:solidFill>
              <a:srgbClr val="E7E6E1"/>
            </a:solid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chemeClr val="bg1"/>
                </a:solidFill>
                <a:latin typeface="Aptos"/>
              </a:rPr>
              <a:t>OTHER SPRINT OPTION</a:t>
            </a:r>
          </a:p>
        </p:txBody>
      </p:sp>
    </p:spTree>
    <p:extLst>
      <p:ext uri="{BB962C8B-B14F-4D97-AF65-F5344CB8AC3E}">
        <p14:creationId xmlns:p14="http://schemas.microsoft.com/office/powerpoint/2010/main" val="766779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Shape 0"/>
          <p:cNvSpPr/>
          <p:nvPr/>
        </p:nvSpPr>
        <p:spPr>
          <a:xfrm>
            <a:off x="670560" y="426720"/>
            <a:ext cx="1767840" cy="341376"/>
          </a:xfrm>
          <a:prstGeom prst="roundRect">
            <a:avLst>
              <a:gd name="adj" fmla="val 21429"/>
            </a:avLst>
          </a:prstGeom>
          <a:solidFill>
            <a:srgbClr val="C00000"/>
          </a:solidFill>
          <a:ln w="16933">
            <a:solidFill>
              <a:srgbClr val="1B1C19">
                <a:alpha val="0"/>
              </a:srgbClr>
            </a:solidFill>
            <a:prstDash val="solid"/>
          </a:ln>
        </p:spPr>
        <p:txBody>
          <a:bodyPr/>
          <a:lstStyle/>
          <a:p>
            <a:endParaRPr/>
          </a:p>
        </p:txBody>
      </p:sp>
      <p:sp>
        <p:nvSpPr>
          <p:cNvPr id="3" name="Text 1"/>
          <p:cNvSpPr/>
          <p:nvPr/>
        </p:nvSpPr>
        <p:spPr>
          <a:xfrm>
            <a:off x="731520" y="475488"/>
            <a:ext cx="1645920" cy="219456"/>
          </a:xfrm>
          <a:prstGeom prst="rect">
            <a:avLst/>
          </a:prstGeom>
          <a:noFill/>
          <a:ln/>
        </p:spPr>
        <p:txBody>
          <a:bodyPr wrap="square" lIns="508" tIns="508" rIns="508" bIns="508" rtlCol="0" anchor="ctr">
            <a:normAutofit/>
          </a:bodyPr>
          <a:lstStyle/>
          <a:p>
            <a:pPr marL="0" indent="0" algn="ctr">
              <a:buNone/>
            </a:pPr>
            <a:r>
              <a:rPr lang="en-US" sz="1333" b="1" dirty="0">
                <a:solidFill>
                  <a:srgbClr val="FFFFFF"/>
                </a:solidFill>
                <a:latin typeface="Barlow Semi Condensed" pitchFamily="34" charset="0"/>
                <a:ea typeface="Barlow Semi Condensed" pitchFamily="34" charset="-122"/>
                <a:cs typeface="Barlow Semi Condensed" pitchFamily="34" charset="-120"/>
              </a:rPr>
              <a:t>DO NOT PRESENT</a:t>
            </a:r>
            <a:endParaRPr lang="en-US" sz="1000" dirty="0"/>
          </a:p>
        </p:txBody>
      </p:sp>
      <p:sp>
        <p:nvSpPr>
          <p:cNvPr id="4" name="Text 2"/>
          <p:cNvSpPr/>
          <p:nvPr/>
        </p:nvSpPr>
        <p:spPr>
          <a:xfrm>
            <a:off x="670560" y="950976"/>
            <a:ext cx="10850880" cy="512064"/>
          </a:xfrm>
          <a:prstGeom prst="rect">
            <a:avLst/>
          </a:prstGeom>
          <a:noFill/>
          <a:ln/>
        </p:spPr>
        <p:txBody>
          <a:bodyPr wrap="square" lIns="0" tIns="0" rIns="0" bIns="0" rtlCol="0" anchor="ctr">
            <a:normAutofit lnSpcReduction="10000"/>
          </a:bodyPr>
          <a:lstStyle/>
          <a:p>
            <a:pPr marL="0" indent="0">
              <a:buNone/>
            </a:pPr>
            <a:r>
              <a:rPr lang="en-US" sz="3733" b="1" dirty="0">
                <a:solidFill>
                  <a:srgbClr val="1B1C19"/>
                </a:solidFill>
                <a:latin typeface="Barlow Semi Condensed" pitchFamily="34" charset="0"/>
                <a:ea typeface="Barlow Semi Condensed" pitchFamily="34" charset="-122"/>
                <a:cs typeface="Barlow Semi Condensed" pitchFamily="34" charset="-120"/>
              </a:rPr>
              <a:t>Workflow Improvement Sprint: Leader Brief</a:t>
            </a:r>
            <a:endParaRPr lang="en-US" sz="2800" dirty="0"/>
          </a:p>
        </p:txBody>
      </p:sp>
      <p:sp>
        <p:nvSpPr>
          <p:cNvPr id="5" name="Text 3"/>
          <p:cNvSpPr/>
          <p:nvPr/>
        </p:nvSpPr>
        <p:spPr>
          <a:xfrm>
            <a:off x="670560" y="1511808"/>
            <a:ext cx="10850880" cy="426720"/>
          </a:xfrm>
          <a:prstGeom prst="rect">
            <a:avLst/>
          </a:prstGeom>
          <a:noFill/>
          <a:ln/>
        </p:spPr>
        <p:txBody>
          <a:bodyPr wrap="square" lIns="0" tIns="0" rIns="0" bIns="0" rtlCol="0" anchor="ctr">
            <a:normAutofit/>
          </a:bodyPr>
          <a:lstStyle/>
          <a:p>
            <a:pPr marL="0" indent="0">
              <a:buNone/>
            </a:pPr>
            <a:r>
              <a:rPr lang="en-US" sz="2000" dirty="0">
                <a:solidFill>
                  <a:srgbClr val="81817F"/>
                </a:solidFill>
                <a:latin typeface="Barlow Semi Condensed" pitchFamily="34" charset="0"/>
                <a:ea typeface="Barlow Semi Condensed" pitchFamily="34" charset="-122"/>
                <a:cs typeface="Barlow Semi Condensed" pitchFamily="34" charset="-120"/>
              </a:rPr>
              <a:t>A 60-minute working session that helps each person improve one repeatable workflow with AI.</a:t>
            </a:r>
            <a:endParaRPr lang="en-US" sz="1500" dirty="0"/>
          </a:p>
        </p:txBody>
      </p:sp>
      <p:sp>
        <p:nvSpPr>
          <p:cNvPr id="6" name="Shape 4"/>
          <p:cNvSpPr/>
          <p:nvPr/>
        </p:nvSpPr>
        <p:spPr>
          <a:xfrm>
            <a:off x="670560" y="2097024"/>
            <a:ext cx="5181600" cy="2682240"/>
          </a:xfrm>
          <a:prstGeom prst="roundRect">
            <a:avLst>
              <a:gd name="adj" fmla="val 3636"/>
            </a:avLst>
          </a:prstGeom>
          <a:solidFill>
            <a:srgbClr val="FFFFFF"/>
          </a:solidFill>
          <a:ln w="16933">
            <a:solidFill>
              <a:srgbClr val="BBC4C9"/>
            </a:solidFill>
            <a:prstDash val="solid"/>
          </a:ln>
        </p:spPr>
        <p:txBody>
          <a:bodyPr/>
          <a:lstStyle/>
          <a:p>
            <a:endParaRPr/>
          </a:p>
        </p:txBody>
      </p:sp>
      <p:sp>
        <p:nvSpPr>
          <p:cNvPr id="7" name="Text 5"/>
          <p:cNvSpPr/>
          <p:nvPr/>
        </p:nvSpPr>
        <p:spPr>
          <a:xfrm>
            <a:off x="950976" y="2340864"/>
            <a:ext cx="1463040" cy="243840"/>
          </a:xfrm>
          <a:prstGeom prst="rect">
            <a:avLst/>
          </a:prstGeom>
          <a:noFill/>
          <a:ln/>
        </p:spPr>
        <p:txBody>
          <a:bodyPr wrap="square" lIns="508" tIns="508" rIns="508" bIns="508" rtlCol="0" anchor="ctr">
            <a:normAutofit/>
          </a:bodyPr>
          <a:lstStyle/>
          <a:p>
            <a:pPr marL="0" indent="0" algn="l">
              <a:buNone/>
            </a:pPr>
            <a:r>
              <a:rPr lang="en-US" sz="1333" b="1" dirty="0">
                <a:solidFill>
                  <a:srgbClr val="03A7A4"/>
                </a:solidFill>
                <a:latin typeface="Barlow Semi Condensed" pitchFamily="34" charset="0"/>
                <a:ea typeface="Barlow Semi Condensed" pitchFamily="34" charset="-122"/>
                <a:cs typeface="Barlow Semi Condensed" pitchFamily="34" charset="-120"/>
              </a:rPr>
              <a:t>YOUR ROLE</a:t>
            </a:r>
            <a:endParaRPr lang="en-US" sz="1000" dirty="0"/>
          </a:p>
        </p:txBody>
      </p:sp>
      <p:sp>
        <p:nvSpPr>
          <p:cNvPr id="8" name="Text 6"/>
          <p:cNvSpPr/>
          <p:nvPr/>
        </p:nvSpPr>
        <p:spPr>
          <a:xfrm>
            <a:off x="950976" y="2657856"/>
            <a:ext cx="4511040" cy="390144"/>
          </a:xfrm>
          <a:prstGeom prst="rect">
            <a:avLst/>
          </a:prstGeom>
          <a:noFill/>
          <a:ln/>
        </p:spPr>
        <p:txBody>
          <a:bodyPr wrap="square" lIns="508" tIns="508" rIns="508" bIns="508" rtlCol="0" anchor="ctr">
            <a:normAutofit fontScale="85000" lnSpcReduction="10000"/>
          </a:bodyPr>
          <a:lstStyle/>
          <a:p>
            <a:pPr marL="0" indent="0" algn="l">
              <a:buNone/>
            </a:pPr>
            <a:r>
              <a:rPr lang="en-US" sz="2400" b="1" dirty="0">
                <a:solidFill>
                  <a:srgbClr val="1B1C19"/>
                </a:solidFill>
                <a:latin typeface="Barlow Semi Condensed" pitchFamily="34" charset="0"/>
                <a:ea typeface="Barlow Semi Condensed" pitchFamily="34" charset="-122"/>
                <a:cs typeface="Barlow Semi Condensed" pitchFamily="34" charset="-120"/>
              </a:rPr>
              <a:t>Facilitate the canvas - not the technology.</a:t>
            </a:r>
            <a:endParaRPr lang="en-US" sz="1800" dirty="0"/>
          </a:p>
        </p:txBody>
      </p:sp>
      <p:sp>
        <p:nvSpPr>
          <p:cNvPr id="9" name="Shape 7"/>
          <p:cNvSpPr/>
          <p:nvPr/>
        </p:nvSpPr>
        <p:spPr>
          <a:xfrm>
            <a:off x="975360" y="3316224"/>
            <a:ext cx="207264" cy="207264"/>
          </a:xfrm>
          <a:prstGeom prst="ellipse">
            <a:avLst/>
          </a:prstGeom>
          <a:solidFill>
            <a:srgbClr val="03A7A4"/>
          </a:solidFill>
          <a:ln w="16933">
            <a:solidFill>
              <a:srgbClr val="03A7A4"/>
            </a:solidFill>
            <a:prstDash val="solid"/>
          </a:ln>
        </p:spPr>
        <p:txBody>
          <a:bodyPr/>
          <a:lstStyle/>
          <a:p>
            <a:endParaRPr/>
          </a:p>
        </p:txBody>
      </p:sp>
      <p:sp>
        <p:nvSpPr>
          <p:cNvPr id="10" name="Text 8"/>
          <p:cNvSpPr/>
          <p:nvPr/>
        </p:nvSpPr>
        <p:spPr>
          <a:xfrm>
            <a:off x="1005840" y="3334512"/>
            <a:ext cx="146304" cy="121920"/>
          </a:xfrm>
          <a:prstGeom prst="rect">
            <a:avLst/>
          </a:prstGeom>
          <a:noFill/>
          <a:ln/>
        </p:spPr>
        <p:txBody>
          <a:bodyPr wrap="square" lIns="508" tIns="508" rIns="508" bIns="508" rtlCol="0" anchor="ctr">
            <a:normAutofit fontScale="92500" lnSpcReduction="20000"/>
          </a:bodyPr>
          <a:lstStyle/>
          <a:p>
            <a:pPr marL="0" indent="0" algn="ctr">
              <a:buNone/>
            </a:pPr>
            <a:r>
              <a:rPr lang="en-US" sz="933" b="1" dirty="0">
                <a:solidFill>
                  <a:srgbClr val="FFFFFF"/>
                </a:solidFill>
                <a:latin typeface="Barlow Semi Condensed" pitchFamily="34" charset="0"/>
                <a:ea typeface="Barlow Semi Condensed" pitchFamily="34" charset="-122"/>
                <a:cs typeface="Barlow Semi Condensed" pitchFamily="34" charset="-120"/>
              </a:rPr>
              <a:t>✓</a:t>
            </a:r>
            <a:endParaRPr lang="en-US" sz="700" dirty="0"/>
          </a:p>
        </p:txBody>
      </p:sp>
      <p:sp>
        <p:nvSpPr>
          <p:cNvPr id="11" name="Text 9"/>
          <p:cNvSpPr/>
          <p:nvPr/>
        </p:nvSpPr>
        <p:spPr>
          <a:xfrm>
            <a:off x="1341120" y="3279648"/>
            <a:ext cx="4206240" cy="341376"/>
          </a:xfrm>
          <a:prstGeom prst="rect">
            <a:avLst/>
          </a:prstGeom>
          <a:noFill/>
          <a:ln/>
        </p:spPr>
        <p:txBody>
          <a:bodyPr wrap="square" lIns="508" tIns="508" rIns="508" bIns="508" rtlCol="0" anchor="ctr">
            <a:normAutofit/>
          </a:bodyPr>
          <a:lstStyle/>
          <a:p>
            <a:pPr marL="0" indent="0" algn="l">
              <a:buNone/>
            </a:pPr>
            <a:r>
              <a:rPr lang="en-US" sz="1626" dirty="0">
                <a:solidFill>
                  <a:srgbClr val="1B1C19"/>
                </a:solidFill>
                <a:latin typeface="Barlow Semi Condensed" pitchFamily="34" charset="0"/>
                <a:ea typeface="Barlow Semi Condensed" pitchFamily="34" charset="-122"/>
                <a:cs typeface="Barlow Semi Condensed" pitchFamily="34" charset="-120"/>
              </a:rPr>
              <a:t>Keep the team moving</a:t>
            </a:r>
            <a:endParaRPr lang="en-US" sz="1220" dirty="0"/>
          </a:p>
        </p:txBody>
      </p:sp>
      <p:sp>
        <p:nvSpPr>
          <p:cNvPr id="12" name="Shape 10"/>
          <p:cNvSpPr/>
          <p:nvPr/>
        </p:nvSpPr>
        <p:spPr>
          <a:xfrm>
            <a:off x="975360" y="3694176"/>
            <a:ext cx="207264" cy="207264"/>
          </a:xfrm>
          <a:prstGeom prst="ellipse">
            <a:avLst/>
          </a:prstGeom>
          <a:solidFill>
            <a:srgbClr val="03A7A4"/>
          </a:solidFill>
          <a:ln w="16933">
            <a:solidFill>
              <a:srgbClr val="03A7A4"/>
            </a:solidFill>
            <a:prstDash val="solid"/>
          </a:ln>
        </p:spPr>
        <p:txBody>
          <a:bodyPr/>
          <a:lstStyle/>
          <a:p>
            <a:endParaRPr/>
          </a:p>
        </p:txBody>
      </p:sp>
      <p:sp>
        <p:nvSpPr>
          <p:cNvPr id="13" name="Text 11"/>
          <p:cNvSpPr/>
          <p:nvPr/>
        </p:nvSpPr>
        <p:spPr>
          <a:xfrm>
            <a:off x="1005840" y="3712464"/>
            <a:ext cx="146304" cy="121920"/>
          </a:xfrm>
          <a:prstGeom prst="rect">
            <a:avLst/>
          </a:prstGeom>
          <a:noFill/>
          <a:ln/>
        </p:spPr>
        <p:txBody>
          <a:bodyPr wrap="square" lIns="508" tIns="508" rIns="508" bIns="508" rtlCol="0" anchor="ctr">
            <a:normAutofit fontScale="92500" lnSpcReduction="20000"/>
          </a:bodyPr>
          <a:lstStyle/>
          <a:p>
            <a:pPr marL="0" indent="0" algn="ctr">
              <a:buNone/>
            </a:pPr>
            <a:r>
              <a:rPr lang="en-US" sz="933" b="1" dirty="0">
                <a:solidFill>
                  <a:srgbClr val="FFFFFF"/>
                </a:solidFill>
                <a:latin typeface="Barlow Semi Condensed" pitchFamily="34" charset="0"/>
                <a:ea typeface="Barlow Semi Condensed" pitchFamily="34" charset="-122"/>
                <a:cs typeface="Barlow Semi Condensed" pitchFamily="34" charset="-120"/>
              </a:rPr>
              <a:t>✓</a:t>
            </a:r>
            <a:endParaRPr lang="en-US" sz="700" dirty="0"/>
          </a:p>
        </p:txBody>
      </p:sp>
      <p:sp>
        <p:nvSpPr>
          <p:cNvPr id="14" name="Text 12"/>
          <p:cNvSpPr/>
          <p:nvPr/>
        </p:nvSpPr>
        <p:spPr>
          <a:xfrm>
            <a:off x="1341120" y="3657600"/>
            <a:ext cx="4206240" cy="341376"/>
          </a:xfrm>
          <a:prstGeom prst="rect">
            <a:avLst/>
          </a:prstGeom>
          <a:noFill/>
          <a:ln/>
        </p:spPr>
        <p:txBody>
          <a:bodyPr wrap="square" lIns="508" tIns="508" rIns="508" bIns="508" rtlCol="0" anchor="ctr">
            <a:normAutofit/>
          </a:bodyPr>
          <a:lstStyle/>
          <a:p>
            <a:pPr marL="0" indent="0" algn="l">
              <a:buNone/>
            </a:pPr>
            <a:r>
              <a:rPr lang="en-US" sz="1626" dirty="0">
                <a:solidFill>
                  <a:srgbClr val="1B1C19"/>
                </a:solidFill>
                <a:latin typeface="Barlow Semi Condensed" pitchFamily="34" charset="0"/>
                <a:ea typeface="Barlow Semi Condensed" pitchFamily="34" charset="-122"/>
                <a:cs typeface="Barlow Semi Condensed" pitchFamily="34" charset="-120"/>
              </a:rPr>
              <a:t>Push from tasks to repeatable workflows</a:t>
            </a:r>
            <a:endParaRPr lang="en-US" sz="1220" dirty="0"/>
          </a:p>
        </p:txBody>
      </p:sp>
      <p:sp>
        <p:nvSpPr>
          <p:cNvPr id="15" name="Shape 13"/>
          <p:cNvSpPr/>
          <p:nvPr/>
        </p:nvSpPr>
        <p:spPr>
          <a:xfrm>
            <a:off x="975360" y="4072128"/>
            <a:ext cx="207264" cy="207264"/>
          </a:xfrm>
          <a:prstGeom prst="ellipse">
            <a:avLst/>
          </a:prstGeom>
          <a:solidFill>
            <a:srgbClr val="03A7A4"/>
          </a:solidFill>
          <a:ln w="16933">
            <a:solidFill>
              <a:srgbClr val="03A7A4"/>
            </a:solidFill>
            <a:prstDash val="solid"/>
          </a:ln>
        </p:spPr>
        <p:txBody>
          <a:bodyPr/>
          <a:lstStyle/>
          <a:p>
            <a:endParaRPr/>
          </a:p>
        </p:txBody>
      </p:sp>
      <p:sp>
        <p:nvSpPr>
          <p:cNvPr id="16" name="Text 14"/>
          <p:cNvSpPr/>
          <p:nvPr/>
        </p:nvSpPr>
        <p:spPr>
          <a:xfrm>
            <a:off x="1005840" y="4090416"/>
            <a:ext cx="146304" cy="121920"/>
          </a:xfrm>
          <a:prstGeom prst="rect">
            <a:avLst/>
          </a:prstGeom>
          <a:noFill/>
          <a:ln/>
        </p:spPr>
        <p:txBody>
          <a:bodyPr wrap="square" lIns="508" tIns="508" rIns="508" bIns="508" rtlCol="0" anchor="ctr">
            <a:normAutofit fontScale="92500" lnSpcReduction="20000"/>
          </a:bodyPr>
          <a:lstStyle/>
          <a:p>
            <a:pPr marL="0" indent="0" algn="ctr">
              <a:buNone/>
            </a:pPr>
            <a:r>
              <a:rPr lang="en-US" sz="933" b="1" dirty="0">
                <a:solidFill>
                  <a:srgbClr val="FFFFFF"/>
                </a:solidFill>
                <a:latin typeface="Barlow Semi Condensed" pitchFamily="34" charset="0"/>
                <a:ea typeface="Barlow Semi Condensed" pitchFamily="34" charset="-122"/>
                <a:cs typeface="Barlow Semi Condensed" pitchFamily="34" charset="-120"/>
              </a:rPr>
              <a:t>✓</a:t>
            </a:r>
            <a:endParaRPr lang="en-US" sz="700" dirty="0"/>
          </a:p>
        </p:txBody>
      </p:sp>
      <p:sp>
        <p:nvSpPr>
          <p:cNvPr id="17" name="Text 15"/>
          <p:cNvSpPr/>
          <p:nvPr/>
        </p:nvSpPr>
        <p:spPr>
          <a:xfrm>
            <a:off x="1341120" y="4035552"/>
            <a:ext cx="4206240" cy="341376"/>
          </a:xfrm>
          <a:prstGeom prst="rect">
            <a:avLst/>
          </a:prstGeom>
          <a:noFill/>
          <a:ln/>
        </p:spPr>
        <p:txBody>
          <a:bodyPr wrap="square" lIns="508" tIns="508" rIns="508" bIns="508" rtlCol="0" anchor="ctr">
            <a:normAutofit/>
          </a:bodyPr>
          <a:lstStyle/>
          <a:p>
            <a:pPr marL="0" indent="0" algn="l">
              <a:buNone/>
            </a:pPr>
            <a:r>
              <a:rPr lang="en-US" sz="1626" dirty="0">
                <a:solidFill>
                  <a:srgbClr val="1B1C19"/>
                </a:solidFill>
                <a:latin typeface="Barlow Semi Condensed" pitchFamily="34" charset="0"/>
                <a:ea typeface="Barlow Semi Condensed" pitchFamily="34" charset="-122"/>
                <a:cs typeface="Barlow Semi Condensed" pitchFamily="34" charset="-120"/>
              </a:rPr>
              <a:t>Help people define the job for AI before building</a:t>
            </a:r>
            <a:endParaRPr lang="en-US" sz="1220" dirty="0"/>
          </a:p>
        </p:txBody>
      </p:sp>
      <p:sp>
        <p:nvSpPr>
          <p:cNvPr id="18" name="Shape 16"/>
          <p:cNvSpPr/>
          <p:nvPr/>
        </p:nvSpPr>
        <p:spPr>
          <a:xfrm>
            <a:off x="975360" y="4450080"/>
            <a:ext cx="207264" cy="207264"/>
          </a:xfrm>
          <a:prstGeom prst="ellipse">
            <a:avLst/>
          </a:prstGeom>
          <a:solidFill>
            <a:srgbClr val="03A7A4"/>
          </a:solidFill>
          <a:ln w="16933">
            <a:solidFill>
              <a:srgbClr val="03A7A4"/>
            </a:solidFill>
            <a:prstDash val="solid"/>
          </a:ln>
        </p:spPr>
        <p:txBody>
          <a:bodyPr/>
          <a:lstStyle/>
          <a:p>
            <a:endParaRPr/>
          </a:p>
        </p:txBody>
      </p:sp>
      <p:sp>
        <p:nvSpPr>
          <p:cNvPr id="19" name="Text 17"/>
          <p:cNvSpPr/>
          <p:nvPr/>
        </p:nvSpPr>
        <p:spPr>
          <a:xfrm>
            <a:off x="1005840" y="4468368"/>
            <a:ext cx="146304" cy="121920"/>
          </a:xfrm>
          <a:prstGeom prst="rect">
            <a:avLst/>
          </a:prstGeom>
          <a:noFill/>
          <a:ln/>
        </p:spPr>
        <p:txBody>
          <a:bodyPr wrap="square" lIns="508" tIns="508" rIns="508" bIns="508" rtlCol="0" anchor="ctr">
            <a:normAutofit fontScale="92500" lnSpcReduction="20000"/>
          </a:bodyPr>
          <a:lstStyle/>
          <a:p>
            <a:pPr marL="0" indent="0" algn="ctr">
              <a:buNone/>
            </a:pPr>
            <a:r>
              <a:rPr lang="en-US" sz="933" b="1" dirty="0">
                <a:solidFill>
                  <a:srgbClr val="FFFFFF"/>
                </a:solidFill>
                <a:latin typeface="Barlow Semi Condensed" pitchFamily="34" charset="0"/>
                <a:ea typeface="Barlow Semi Condensed" pitchFamily="34" charset="-122"/>
                <a:cs typeface="Barlow Semi Condensed" pitchFamily="34" charset="-120"/>
              </a:rPr>
              <a:t>✓</a:t>
            </a:r>
            <a:endParaRPr lang="en-US" sz="700" dirty="0"/>
          </a:p>
        </p:txBody>
      </p:sp>
      <p:sp>
        <p:nvSpPr>
          <p:cNvPr id="20" name="Text 18"/>
          <p:cNvSpPr/>
          <p:nvPr/>
        </p:nvSpPr>
        <p:spPr>
          <a:xfrm>
            <a:off x="1341120" y="4413504"/>
            <a:ext cx="4206240" cy="341376"/>
          </a:xfrm>
          <a:prstGeom prst="rect">
            <a:avLst/>
          </a:prstGeom>
          <a:noFill/>
          <a:ln/>
        </p:spPr>
        <p:txBody>
          <a:bodyPr wrap="square" lIns="508" tIns="508" rIns="508" bIns="508" rtlCol="0" anchor="ctr">
            <a:normAutofit/>
          </a:bodyPr>
          <a:lstStyle/>
          <a:p>
            <a:pPr marL="0" indent="0" algn="l">
              <a:buNone/>
            </a:pPr>
            <a:r>
              <a:rPr lang="en-US" sz="1626" dirty="0">
                <a:solidFill>
                  <a:srgbClr val="1B1C19"/>
                </a:solidFill>
                <a:latin typeface="Barlow Semi Condensed" pitchFamily="34" charset="0"/>
                <a:ea typeface="Barlow Semi Condensed" pitchFamily="34" charset="-122"/>
                <a:cs typeface="Barlow Semi Condensed" pitchFamily="34" charset="-120"/>
              </a:rPr>
              <a:t>Treat unfinished work with a clear next step as a win</a:t>
            </a:r>
            <a:endParaRPr lang="en-US" sz="1220" dirty="0"/>
          </a:p>
        </p:txBody>
      </p:sp>
      <p:sp>
        <p:nvSpPr>
          <p:cNvPr id="21" name="Shape 19"/>
          <p:cNvSpPr/>
          <p:nvPr/>
        </p:nvSpPr>
        <p:spPr>
          <a:xfrm>
            <a:off x="6278880" y="2097024"/>
            <a:ext cx="5242560" cy="2682240"/>
          </a:xfrm>
          <a:prstGeom prst="roundRect">
            <a:avLst>
              <a:gd name="adj" fmla="val 3636"/>
            </a:avLst>
          </a:prstGeom>
          <a:solidFill>
            <a:srgbClr val="FFFFFF"/>
          </a:solidFill>
          <a:ln w="16933">
            <a:solidFill>
              <a:srgbClr val="BBC4C9"/>
            </a:solidFill>
            <a:prstDash val="solid"/>
          </a:ln>
        </p:spPr>
        <p:txBody>
          <a:bodyPr/>
          <a:lstStyle/>
          <a:p>
            <a:endParaRPr/>
          </a:p>
        </p:txBody>
      </p:sp>
      <p:sp>
        <p:nvSpPr>
          <p:cNvPr id="22" name="Text 20"/>
          <p:cNvSpPr/>
          <p:nvPr/>
        </p:nvSpPr>
        <p:spPr>
          <a:xfrm>
            <a:off x="6608064" y="2340864"/>
            <a:ext cx="4267200" cy="243840"/>
          </a:xfrm>
          <a:prstGeom prst="rect">
            <a:avLst/>
          </a:prstGeom>
          <a:noFill/>
          <a:ln/>
        </p:spPr>
        <p:txBody>
          <a:bodyPr wrap="square" lIns="508" tIns="508" rIns="508" bIns="508" rtlCol="0" anchor="ctr">
            <a:normAutofit fontScale="92500" lnSpcReduction="10000"/>
          </a:bodyPr>
          <a:lstStyle/>
          <a:p>
            <a:pPr marL="0" indent="0" algn="l">
              <a:buNone/>
            </a:pPr>
            <a:r>
              <a:t>HOW TO RUN THE SPRINT</a:t>
            </a:r>
            <a:endParaRPr lang="en-US" sz="1000" dirty="0"/>
          </a:p>
        </p:txBody>
      </p:sp>
      <p:sp>
        <p:nvSpPr>
          <p:cNvPr id="23" name="Shape 21"/>
          <p:cNvSpPr/>
          <p:nvPr/>
        </p:nvSpPr>
        <p:spPr>
          <a:xfrm>
            <a:off x="6608064" y="2804160"/>
            <a:ext cx="268224" cy="268224"/>
          </a:xfrm>
          <a:prstGeom prst="ellipse">
            <a:avLst/>
          </a:prstGeom>
          <a:solidFill>
            <a:srgbClr val="03A7A4"/>
          </a:solidFill>
          <a:ln w="16933">
            <a:solidFill>
              <a:srgbClr val="03A7A4"/>
            </a:solidFill>
            <a:prstDash val="solid"/>
          </a:ln>
        </p:spPr>
        <p:txBody>
          <a:bodyPr/>
          <a:lstStyle/>
          <a:p>
            <a:endParaRPr/>
          </a:p>
        </p:txBody>
      </p:sp>
      <p:sp>
        <p:nvSpPr>
          <p:cNvPr id="24" name="Text 22"/>
          <p:cNvSpPr/>
          <p:nvPr/>
        </p:nvSpPr>
        <p:spPr>
          <a:xfrm>
            <a:off x="6656832" y="2834640"/>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1</a:t>
            </a:r>
            <a:endParaRPr lang="en-US" sz="800" dirty="0"/>
          </a:p>
        </p:txBody>
      </p:sp>
      <p:sp>
        <p:nvSpPr>
          <p:cNvPr id="25" name="Text 23"/>
          <p:cNvSpPr/>
          <p:nvPr/>
        </p:nvSpPr>
        <p:spPr>
          <a:xfrm>
            <a:off x="6973824" y="2791968"/>
            <a:ext cx="4084320" cy="341376"/>
          </a:xfrm>
          <a:prstGeom prst="rect">
            <a:avLst/>
          </a:prstGeom>
          <a:noFill/>
          <a:ln/>
        </p:spPr>
        <p:txBody>
          <a:bodyPr wrap="square" lIns="508" tIns="508" rIns="508" bIns="508" rtlCol="0" anchor="ctr">
            <a:normAutofit/>
          </a:bodyPr>
          <a:lstStyle/>
          <a:p>
            <a:pPr marL="0" indent="0" algn="l">
              <a:buNone/>
            </a:pPr>
            <a:r>
              <a:t>Tee up each canvas section</a:t>
            </a:r>
            <a:endParaRPr lang="en-US" sz="1320" dirty="0"/>
          </a:p>
        </p:txBody>
      </p:sp>
      <p:sp>
        <p:nvSpPr>
          <p:cNvPr id="26" name="Shape 24"/>
          <p:cNvSpPr/>
          <p:nvPr/>
        </p:nvSpPr>
        <p:spPr>
          <a:xfrm>
            <a:off x="6608064" y="3230880"/>
            <a:ext cx="268224" cy="268224"/>
          </a:xfrm>
          <a:prstGeom prst="ellipse">
            <a:avLst/>
          </a:prstGeom>
          <a:solidFill>
            <a:srgbClr val="03A7A4"/>
          </a:solidFill>
          <a:ln w="16933">
            <a:solidFill>
              <a:srgbClr val="03A7A4"/>
            </a:solidFill>
            <a:prstDash val="solid"/>
          </a:ln>
        </p:spPr>
        <p:txBody>
          <a:bodyPr/>
          <a:lstStyle/>
          <a:p>
            <a:endParaRPr/>
          </a:p>
        </p:txBody>
      </p:sp>
      <p:sp>
        <p:nvSpPr>
          <p:cNvPr id="27" name="Text 25"/>
          <p:cNvSpPr/>
          <p:nvPr/>
        </p:nvSpPr>
        <p:spPr>
          <a:xfrm>
            <a:off x="6656832" y="3261360"/>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2</a:t>
            </a:r>
            <a:endParaRPr lang="en-US" sz="800" dirty="0"/>
          </a:p>
        </p:txBody>
      </p:sp>
      <p:sp>
        <p:nvSpPr>
          <p:cNvPr id="28" name="Text 26"/>
          <p:cNvSpPr/>
          <p:nvPr/>
        </p:nvSpPr>
        <p:spPr>
          <a:xfrm>
            <a:off x="6973824" y="3218688"/>
            <a:ext cx="4084320" cy="341376"/>
          </a:xfrm>
          <a:prstGeom prst="rect">
            <a:avLst/>
          </a:prstGeom>
          <a:noFill/>
          <a:ln/>
        </p:spPr>
        <p:txBody>
          <a:bodyPr wrap="square" lIns="508" tIns="508" rIns="508" bIns="508" rtlCol="0" anchor="ctr">
            <a:normAutofit/>
          </a:bodyPr>
          <a:lstStyle/>
          <a:p>
            <a:pPr marL="0" indent="0" algn="l">
              <a:buNone/>
            </a:pPr>
            <a:r>
              <a:t>Set the timer for independent work</a:t>
            </a:r>
            <a:endParaRPr lang="en-US" sz="1320" dirty="0"/>
          </a:p>
        </p:txBody>
      </p:sp>
      <p:sp>
        <p:nvSpPr>
          <p:cNvPr id="29" name="Shape 27"/>
          <p:cNvSpPr/>
          <p:nvPr/>
        </p:nvSpPr>
        <p:spPr>
          <a:xfrm>
            <a:off x="6608064" y="3657600"/>
            <a:ext cx="268224" cy="268224"/>
          </a:xfrm>
          <a:prstGeom prst="ellipse">
            <a:avLst/>
          </a:prstGeom>
          <a:solidFill>
            <a:srgbClr val="03A7A4"/>
          </a:solidFill>
          <a:ln w="16933">
            <a:solidFill>
              <a:srgbClr val="03A7A4"/>
            </a:solidFill>
            <a:prstDash val="solid"/>
          </a:ln>
        </p:spPr>
        <p:txBody>
          <a:bodyPr/>
          <a:lstStyle/>
          <a:p>
            <a:endParaRPr/>
          </a:p>
        </p:txBody>
      </p:sp>
      <p:sp>
        <p:nvSpPr>
          <p:cNvPr id="30" name="Text 28"/>
          <p:cNvSpPr/>
          <p:nvPr/>
        </p:nvSpPr>
        <p:spPr>
          <a:xfrm>
            <a:off x="6656832" y="3688080"/>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3</a:t>
            </a:r>
            <a:endParaRPr lang="en-US" sz="800" dirty="0"/>
          </a:p>
        </p:txBody>
      </p:sp>
      <p:sp>
        <p:nvSpPr>
          <p:cNvPr id="31" name="Text 29"/>
          <p:cNvSpPr/>
          <p:nvPr/>
        </p:nvSpPr>
        <p:spPr>
          <a:xfrm>
            <a:off x="6973824" y="3645408"/>
            <a:ext cx="4084320" cy="341376"/>
          </a:xfrm>
          <a:prstGeom prst="rect">
            <a:avLst/>
          </a:prstGeom>
          <a:noFill/>
          <a:ln/>
        </p:spPr>
        <p:txBody>
          <a:bodyPr wrap="square" lIns="508" tIns="508" rIns="508" bIns="508" rtlCol="0" anchor="ctr">
            <a:normAutofit/>
          </a:bodyPr>
          <a:lstStyle/>
          <a:p>
            <a:pPr marL="0" indent="0" algn="l">
              <a:buNone/>
            </a:pPr>
            <a:r>
              <a:t>Bring everyone back quickly</a:t>
            </a:r>
            <a:endParaRPr lang="en-US" sz="1320" dirty="0"/>
          </a:p>
        </p:txBody>
      </p:sp>
      <p:sp>
        <p:nvSpPr>
          <p:cNvPr id="32" name="Shape 30"/>
          <p:cNvSpPr/>
          <p:nvPr/>
        </p:nvSpPr>
        <p:spPr>
          <a:xfrm>
            <a:off x="6608064" y="4084320"/>
            <a:ext cx="268224" cy="268224"/>
          </a:xfrm>
          <a:prstGeom prst="ellipse">
            <a:avLst/>
          </a:prstGeom>
          <a:solidFill>
            <a:srgbClr val="03A7A4"/>
          </a:solidFill>
          <a:ln w="16933">
            <a:solidFill>
              <a:srgbClr val="03A7A4"/>
            </a:solidFill>
            <a:prstDash val="solid"/>
          </a:ln>
        </p:spPr>
        <p:txBody>
          <a:bodyPr/>
          <a:lstStyle/>
          <a:p>
            <a:endParaRPr/>
          </a:p>
        </p:txBody>
      </p:sp>
      <p:sp>
        <p:nvSpPr>
          <p:cNvPr id="33" name="Text 31"/>
          <p:cNvSpPr/>
          <p:nvPr/>
        </p:nvSpPr>
        <p:spPr>
          <a:xfrm>
            <a:off x="6656832" y="4114800"/>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4</a:t>
            </a:r>
            <a:endParaRPr lang="en-US" sz="800" dirty="0"/>
          </a:p>
        </p:txBody>
      </p:sp>
      <p:sp>
        <p:nvSpPr>
          <p:cNvPr id="34" name="Text 32"/>
          <p:cNvSpPr/>
          <p:nvPr/>
        </p:nvSpPr>
        <p:spPr>
          <a:xfrm>
            <a:off x="6973824" y="4072128"/>
            <a:ext cx="4084320" cy="341376"/>
          </a:xfrm>
          <a:prstGeom prst="rect">
            <a:avLst/>
          </a:prstGeom>
          <a:noFill/>
          <a:ln/>
        </p:spPr>
        <p:txBody>
          <a:bodyPr wrap="square" lIns="508" tIns="508" rIns="508" bIns="508" rtlCol="0" anchor="ctr">
            <a:normAutofit/>
          </a:bodyPr>
          <a:lstStyle/>
          <a:p>
            <a:pPr marL="0" indent="0" algn="l">
              <a:buNone/>
            </a:pPr>
            <a:r>
              <a:t>Do a light check-in, then move on</a:t>
            </a:r>
            <a:endParaRPr lang="en-US" sz="1320" dirty="0"/>
          </a:p>
        </p:txBody>
      </p:sp>
      <p:sp>
        <p:nvSpPr>
          <p:cNvPr id="35" name="Shape 33"/>
          <p:cNvSpPr/>
          <p:nvPr/>
        </p:nvSpPr>
        <p:spPr>
          <a:xfrm>
            <a:off x="670560" y="4885114"/>
            <a:ext cx="10850880" cy="509846"/>
          </a:xfrm>
          <a:prstGeom prst="roundRect">
            <a:avLst>
              <a:gd name="adj" fmla="val 10909"/>
            </a:avLst>
          </a:prstGeom>
          <a:solidFill>
            <a:srgbClr val="1B1C19"/>
          </a:solidFill>
          <a:ln w="16933">
            <a:solidFill>
              <a:srgbClr val="1B1C19">
                <a:alpha val="0"/>
              </a:srgbClr>
            </a:solidFill>
            <a:prstDash val="solid"/>
          </a:ln>
        </p:spPr>
        <p:txBody>
          <a:bodyPr/>
          <a:lstStyle/>
          <a:p>
            <a:endParaRPr/>
          </a:p>
        </p:txBody>
      </p:sp>
      <p:sp>
        <p:nvSpPr>
          <p:cNvPr id="36" name="Text 34"/>
          <p:cNvSpPr/>
          <p:nvPr/>
        </p:nvSpPr>
        <p:spPr>
          <a:xfrm>
            <a:off x="865632" y="4964918"/>
            <a:ext cx="10460736" cy="377952"/>
          </a:xfrm>
          <a:prstGeom prst="rect">
            <a:avLst/>
          </a:prstGeom>
          <a:noFill/>
          <a:ln/>
        </p:spPr>
        <p:txBody>
          <a:bodyPr wrap="square" lIns="508" tIns="508" rIns="508" bIns="508" rtlCol="0" anchor="ctr">
            <a:normAutofit fontScale="85000" lnSpcReduction="10000"/>
          </a:bodyPr>
          <a:lstStyle/>
          <a:p>
            <a:pPr marL="0" indent="0" algn="ctr">
              <a:buNone/>
            </a:pPr>
            <a:r>
              <a:rPr b="1" dirty="0">
                <a:solidFill>
                  <a:schemeClr val="bg1"/>
                </a:solidFill>
              </a:rPr>
              <a:t>Facilitator Action: Tee up each section, time the work, bring everyone back, check in briefly, then move to the next section.</a:t>
            </a:r>
            <a:endParaRPr lang="en-US" sz="1500" b="1" dirty="0">
              <a:solidFill>
                <a:schemeClr val="bg1"/>
              </a:solidFill>
            </a:endParaRPr>
          </a:p>
        </p:txBody>
      </p:sp>
      <p:pic>
        <p:nvPicPr>
          <p:cNvPr id="37" name="Image 0" descr="/home/oai/skills/fabletics-deck/assets/logos/F-Icon-Dark.png"/>
          <p:cNvPicPr>
            <a:picLocks noChangeAspect="1"/>
          </p:cNvPicPr>
          <p:nvPr/>
        </p:nvPicPr>
        <p:blipFill>
          <a:blip r:embed="rId3"/>
          <a:stretch>
            <a:fillRect/>
          </a:stretch>
        </p:blipFill>
        <p:spPr>
          <a:xfrm>
            <a:off x="426720" y="6278880"/>
            <a:ext cx="341376" cy="304800"/>
          </a:xfrm>
          <a:prstGeom prst="rect">
            <a:avLst/>
          </a:prstGeom>
        </p:spPr>
      </p:pic>
      <p:sp>
        <p:nvSpPr>
          <p:cNvPr id="38" name="Text 35"/>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1B1C19"/>
                </a:solidFill>
                <a:latin typeface="Barlow Semi Condensed" pitchFamily="34" charset="0"/>
                <a:ea typeface="Barlow Semi Condensed" pitchFamily="34" charset="-122"/>
                <a:cs typeface="Barlow Semi Condensed" pitchFamily="34" charset="-120"/>
              </a:rPr>
              <a:t>CONFIDENTIAL        1</a:t>
            </a:r>
            <a:endParaRPr lang="en-US" sz="800" dirty="0"/>
          </a:p>
        </p:txBody>
      </p:sp>
      <p:pic>
        <p:nvPicPr>
          <p:cNvPr id="40" name="Graphic 39" descr="Lights On with solid fill">
            <a:extLst>
              <a:ext uri="{FF2B5EF4-FFF2-40B4-BE49-F238E27FC236}">
                <a16:creationId xmlns:a16="http://schemas.microsoft.com/office/drawing/2014/main" id="{92830CDC-2B5B-6248-E163-F3A32C3CC0C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54480" y="5531290"/>
            <a:ext cx="764771" cy="764771"/>
          </a:xfrm>
          <a:prstGeom prst="rect">
            <a:avLst/>
          </a:prstGeom>
        </p:spPr>
      </p:pic>
      <p:sp>
        <p:nvSpPr>
          <p:cNvPr id="41" name="Text 34">
            <a:extLst>
              <a:ext uri="{FF2B5EF4-FFF2-40B4-BE49-F238E27FC236}">
                <a16:creationId xmlns:a16="http://schemas.microsoft.com/office/drawing/2014/main" id="{252D6B29-4919-28AF-445B-2F8D91120ECA}"/>
              </a:ext>
            </a:extLst>
          </p:cNvPr>
          <p:cNvSpPr/>
          <p:nvPr/>
        </p:nvSpPr>
        <p:spPr>
          <a:xfrm>
            <a:off x="2377439" y="5748528"/>
            <a:ext cx="8138161" cy="377952"/>
          </a:xfrm>
          <a:prstGeom prst="rect">
            <a:avLst/>
          </a:prstGeom>
          <a:noFill/>
          <a:ln/>
        </p:spPr>
        <p:txBody>
          <a:bodyPr wrap="square" lIns="508" tIns="508" rIns="508" bIns="508" rtlCol="0" anchor="ctr">
            <a:normAutofit/>
          </a:bodyPr>
          <a:lstStyle/>
          <a:p>
            <a:pPr marL="0" indent="0">
              <a:buNone/>
            </a:pPr>
            <a:r>
              <a:rPr lang="en-US" b="1" dirty="0"/>
              <a:t>Optional: Before your sprint with your team, review the Workflow Mapping Field Guide </a:t>
            </a:r>
            <a:endParaRPr lang="en-US" sz="15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E8E4DA"/>
        </a:solidFill>
        <a:effectLst/>
      </p:bgPr>
    </p:bg>
    <p:spTree>
      <p:nvGrpSpPr>
        <p:cNvPr id="1" name=""/>
        <p:cNvGrpSpPr/>
        <p:nvPr/>
      </p:nvGrpSpPr>
      <p:grpSpPr>
        <a:xfrm>
          <a:off x="0" y="0"/>
          <a:ext cx="0" cy="0"/>
          <a:chOff x="0" y="0"/>
          <a:chExt cx="0" cy="0"/>
        </a:xfrm>
      </p:grpSpPr>
      <p:sp>
        <p:nvSpPr>
          <p:cNvPr id="2" name="Text 0"/>
          <p:cNvSpPr/>
          <p:nvPr/>
        </p:nvSpPr>
        <p:spPr>
          <a:xfrm>
            <a:off x="670560" y="512064"/>
            <a:ext cx="10850880" cy="512064"/>
          </a:xfrm>
          <a:prstGeom prst="rect">
            <a:avLst/>
          </a:prstGeom>
          <a:noFill/>
          <a:ln/>
        </p:spPr>
        <p:txBody>
          <a:bodyPr wrap="square" lIns="0" tIns="0" rIns="0" bIns="0" rtlCol="0" anchor="ctr">
            <a:normAutofit fontScale="92500" lnSpcReduction="10000"/>
          </a:bodyPr>
          <a:lstStyle/>
          <a:p>
            <a:pPr marL="0" indent="0">
              <a:buNone/>
            </a:pPr>
            <a:r>
              <a:rPr lang="en-US" sz="4000" b="1" dirty="0">
                <a:solidFill>
                  <a:srgbClr val="1B1C19"/>
                </a:solidFill>
                <a:latin typeface="Barlow Semi Condensed" pitchFamily="34" charset="0"/>
                <a:ea typeface="Barlow Semi Condensed" pitchFamily="34" charset="-122"/>
                <a:cs typeface="Barlow Semi Condensed" pitchFamily="34" charset="-120"/>
              </a:rPr>
              <a:t>Today is a working session, not a training.</a:t>
            </a:r>
            <a:endParaRPr lang="en-US" sz="3000" dirty="0"/>
          </a:p>
        </p:txBody>
      </p:sp>
      <p:sp>
        <p:nvSpPr>
          <p:cNvPr id="3" name="Text 1"/>
          <p:cNvSpPr/>
          <p:nvPr/>
        </p:nvSpPr>
        <p:spPr>
          <a:xfrm>
            <a:off x="670560" y="1146048"/>
            <a:ext cx="10850880" cy="426720"/>
          </a:xfrm>
          <a:prstGeom prst="rect">
            <a:avLst/>
          </a:prstGeom>
          <a:noFill/>
          <a:ln/>
        </p:spPr>
        <p:txBody>
          <a:bodyPr wrap="square" lIns="0" tIns="0" rIns="0" bIns="0" rtlCol="0" anchor="ctr">
            <a:normAutofit/>
          </a:bodyPr>
          <a:lstStyle/>
          <a:p>
            <a:pPr marL="0" indent="0">
              <a:buNone/>
            </a:pPr>
            <a:r>
              <a:rPr lang="en-US" sz="2133" dirty="0">
                <a:solidFill>
                  <a:srgbClr val="81817F"/>
                </a:solidFill>
                <a:latin typeface="Barlow Semi Condensed" pitchFamily="34" charset="0"/>
                <a:ea typeface="Barlow Semi Condensed" pitchFamily="34" charset="-122"/>
                <a:cs typeface="Barlow Semi Condensed" pitchFamily="34" charset="-120"/>
              </a:rPr>
              <a:t>60 minutes · Improve one repeatable workflow with AI</a:t>
            </a:r>
            <a:endParaRPr lang="en-US" sz="1600" dirty="0"/>
          </a:p>
        </p:txBody>
      </p:sp>
      <p:sp>
        <p:nvSpPr>
          <p:cNvPr id="4" name="Text 2"/>
          <p:cNvSpPr/>
          <p:nvPr/>
        </p:nvSpPr>
        <p:spPr>
          <a:xfrm>
            <a:off x="755904" y="1889760"/>
            <a:ext cx="5340096" cy="853440"/>
          </a:xfrm>
          <a:prstGeom prst="rect">
            <a:avLst/>
          </a:prstGeom>
          <a:noFill/>
          <a:ln/>
        </p:spPr>
        <p:txBody>
          <a:bodyPr wrap="square" lIns="508" tIns="508" rIns="508" bIns="508" rtlCol="0" anchor="ctr">
            <a:normAutofit fontScale="85000" lnSpcReduction="20000"/>
          </a:bodyPr>
          <a:lstStyle/>
          <a:p>
            <a:pPr marL="0" indent="0" algn="l">
              <a:buNone/>
            </a:pPr>
            <a:r>
              <a:rPr lang="en-US" sz="2666" b="1" dirty="0">
                <a:solidFill>
                  <a:srgbClr val="1B1C19"/>
                </a:solidFill>
                <a:latin typeface="Barlow Semi Condensed" pitchFamily="34" charset="0"/>
                <a:ea typeface="Barlow Semi Condensed" pitchFamily="34" charset="-122"/>
                <a:cs typeface="Barlow Semi Condensed" pitchFamily="34" charset="-120"/>
              </a:rPr>
              <a:t>You will use the Workflow Improvement Canvas to work through one real workflow from start to finish.</a:t>
            </a:r>
            <a:endParaRPr lang="en-US" sz="2000" dirty="0"/>
          </a:p>
        </p:txBody>
      </p:sp>
      <p:sp>
        <p:nvSpPr>
          <p:cNvPr id="5" name="Text 3"/>
          <p:cNvSpPr/>
          <p:nvPr/>
        </p:nvSpPr>
        <p:spPr>
          <a:xfrm>
            <a:off x="792480" y="3108960"/>
            <a:ext cx="2804160" cy="243840"/>
          </a:xfrm>
          <a:prstGeom prst="rect">
            <a:avLst/>
          </a:prstGeom>
          <a:noFill/>
          <a:ln/>
        </p:spPr>
        <p:txBody>
          <a:bodyPr wrap="square" lIns="508" tIns="508" rIns="508" bIns="508" rtlCol="0" anchor="ctr">
            <a:normAutofit/>
          </a:bodyPr>
          <a:lstStyle/>
          <a:p>
            <a:pPr marL="0" indent="0" algn="l">
              <a:buNone/>
            </a:pPr>
            <a:r>
              <a:rPr lang="en-US" sz="1333" b="1" dirty="0">
                <a:solidFill>
                  <a:srgbClr val="03A7A4"/>
                </a:solidFill>
                <a:latin typeface="Barlow Semi Condensed" pitchFamily="34" charset="0"/>
                <a:ea typeface="Barlow Semi Condensed" pitchFamily="34" charset="-122"/>
                <a:cs typeface="Barlow Semi Condensed" pitchFamily="34" charset="-120"/>
              </a:rPr>
              <a:t>WORKING AGREEMENT</a:t>
            </a:r>
            <a:endParaRPr lang="en-US" sz="1000" dirty="0"/>
          </a:p>
        </p:txBody>
      </p:sp>
      <p:sp>
        <p:nvSpPr>
          <p:cNvPr id="6" name="Shape 4"/>
          <p:cNvSpPr/>
          <p:nvPr/>
        </p:nvSpPr>
        <p:spPr>
          <a:xfrm>
            <a:off x="829056" y="3560064"/>
            <a:ext cx="207264" cy="207264"/>
          </a:xfrm>
          <a:prstGeom prst="ellipse">
            <a:avLst/>
          </a:prstGeom>
          <a:solidFill>
            <a:srgbClr val="03A7A4"/>
          </a:solidFill>
          <a:ln w="16933">
            <a:solidFill>
              <a:srgbClr val="03A7A4"/>
            </a:solidFill>
            <a:prstDash val="solid"/>
          </a:ln>
        </p:spPr>
        <p:txBody>
          <a:bodyPr/>
          <a:lstStyle/>
          <a:p>
            <a:endParaRPr/>
          </a:p>
        </p:txBody>
      </p:sp>
      <p:sp>
        <p:nvSpPr>
          <p:cNvPr id="7" name="Text 5"/>
          <p:cNvSpPr/>
          <p:nvPr/>
        </p:nvSpPr>
        <p:spPr>
          <a:xfrm>
            <a:off x="859536" y="3578352"/>
            <a:ext cx="146304" cy="121920"/>
          </a:xfrm>
          <a:prstGeom prst="rect">
            <a:avLst/>
          </a:prstGeom>
          <a:noFill/>
          <a:ln/>
        </p:spPr>
        <p:txBody>
          <a:bodyPr wrap="square" lIns="508" tIns="508" rIns="508" bIns="508" rtlCol="0" anchor="ctr">
            <a:normAutofit fontScale="92500" lnSpcReduction="20000"/>
          </a:bodyPr>
          <a:lstStyle/>
          <a:p>
            <a:pPr marL="0" indent="0" algn="ctr">
              <a:buNone/>
            </a:pPr>
            <a:r>
              <a:rPr lang="en-US" sz="933" b="1" dirty="0">
                <a:solidFill>
                  <a:srgbClr val="FFFFFF"/>
                </a:solidFill>
                <a:latin typeface="Barlow Semi Condensed" pitchFamily="34" charset="0"/>
                <a:ea typeface="Barlow Semi Condensed" pitchFamily="34" charset="-122"/>
                <a:cs typeface="Barlow Semi Condensed" pitchFamily="34" charset="-120"/>
              </a:rPr>
              <a:t>✓</a:t>
            </a:r>
            <a:endParaRPr lang="en-US" sz="700" dirty="0"/>
          </a:p>
        </p:txBody>
      </p:sp>
      <p:sp>
        <p:nvSpPr>
          <p:cNvPr id="8" name="Text 6"/>
          <p:cNvSpPr/>
          <p:nvPr/>
        </p:nvSpPr>
        <p:spPr>
          <a:xfrm>
            <a:off x="1194816" y="3523488"/>
            <a:ext cx="4632960" cy="341376"/>
          </a:xfrm>
          <a:prstGeom prst="rect">
            <a:avLst/>
          </a:prstGeom>
          <a:noFill/>
          <a:ln/>
        </p:spPr>
        <p:txBody>
          <a:bodyPr wrap="square" lIns="508" tIns="508" rIns="508" bIns="508" rtlCol="0" anchor="ctr">
            <a:normAutofit/>
          </a:bodyPr>
          <a:lstStyle/>
          <a:p>
            <a:pPr marL="0" indent="0" algn="l">
              <a:buNone/>
            </a:pPr>
            <a:r>
              <a:rPr lang="en-US" sz="2133" dirty="0">
                <a:solidFill>
                  <a:srgbClr val="1B1C19"/>
                </a:solidFill>
                <a:latin typeface="Barlow Semi Condensed" pitchFamily="34" charset="0"/>
                <a:ea typeface="Barlow Semi Condensed" pitchFamily="34" charset="-122"/>
                <a:cs typeface="Barlow Semi Condensed" pitchFamily="34" charset="-120"/>
              </a:rPr>
              <a:t>Focus on one workflow.</a:t>
            </a:r>
            <a:endParaRPr lang="en-US" sz="1600" dirty="0"/>
          </a:p>
        </p:txBody>
      </p:sp>
      <p:sp>
        <p:nvSpPr>
          <p:cNvPr id="9" name="Shape 7"/>
          <p:cNvSpPr/>
          <p:nvPr/>
        </p:nvSpPr>
        <p:spPr>
          <a:xfrm>
            <a:off x="829056" y="4145280"/>
            <a:ext cx="207264" cy="207264"/>
          </a:xfrm>
          <a:prstGeom prst="ellipse">
            <a:avLst/>
          </a:prstGeom>
          <a:solidFill>
            <a:srgbClr val="03A7A4"/>
          </a:solidFill>
          <a:ln w="16933">
            <a:solidFill>
              <a:srgbClr val="03A7A4"/>
            </a:solidFill>
            <a:prstDash val="solid"/>
          </a:ln>
        </p:spPr>
        <p:txBody>
          <a:bodyPr/>
          <a:lstStyle/>
          <a:p>
            <a:endParaRPr/>
          </a:p>
        </p:txBody>
      </p:sp>
      <p:sp>
        <p:nvSpPr>
          <p:cNvPr id="10" name="Text 8"/>
          <p:cNvSpPr/>
          <p:nvPr/>
        </p:nvSpPr>
        <p:spPr>
          <a:xfrm>
            <a:off x="859536" y="4163568"/>
            <a:ext cx="146304" cy="121920"/>
          </a:xfrm>
          <a:prstGeom prst="rect">
            <a:avLst/>
          </a:prstGeom>
          <a:noFill/>
          <a:ln/>
        </p:spPr>
        <p:txBody>
          <a:bodyPr wrap="square" lIns="508" tIns="508" rIns="508" bIns="508" rtlCol="0" anchor="ctr">
            <a:normAutofit fontScale="92500" lnSpcReduction="20000"/>
          </a:bodyPr>
          <a:lstStyle/>
          <a:p>
            <a:pPr marL="0" indent="0" algn="ctr">
              <a:buNone/>
            </a:pPr>
            <a:r>
              <a:rPr lang="en-US" sz="933" b="1" dirty="0">
                <a:solidFill>
                  <a:srgbClr val="FFFFFF"/>
                </a:solidFill>
                <a:latin typeface="Barlow Semi Condensed" pitchFamily="34" charset="0"/>
                <a:ea typeface="Barlow Semi Condensed" pitchFamily="34" charset="-122"/>
                <a:cs typeface="Barlow Semi Condensed" pitchFamily="34" charset="-120"/>
              </a:rPr>
              <a:t>✓</a:t>
            </a:r>
            <a:endParaRPr lang="en-US" sz="700" dirty="0"/>
          </a:p>
        </p:txBody>
      </p:sp>
      <p:sp>
        <p:nvSpPr>
          <p:cNvPr id="11" name="Text 9"/>
          <p:cNvSpPr/>
          <p:nvPr/>
        </p:nvSpPr>
        <p:spPr>
          <a:xfrm>
            <a:off x="1194816" y="4108704"/>
            <a:ext cx="4632960" cy="341376"/>
          </a:xfrm>
          <a:prstGeom prst="rect">
            <a:avLst/>
          </a:prstGeom>
          <a:noFill/>
          <a:ln/>
        </p:spPr>
        <p:txBody>
          <a:bodyPr wrap="square" lIns="508" tIns="508" rIns="508" bIns="508" rtlCol="0" anchor="ctr">
            <a:normAutofit/>
          </a:bodyPr>
          <a:lstStyle/>
          <a:p>
            <a:pPr marL="0" indent="0" algn="l">
              <a:buNone/>
            </a:pPr>
            <a:r>
              <a:rPr lang="en-US" sz="2133" dirty="0">
                <a:solidFill>
                  <a:srgbClr val="1B1C19"/>
                </a:solidFill>
                <a:latin typeface="Barlow Semi Condensed" pitchFamily="34" charset="0"/>
                <a:ea typeface="Barlow Semi Condensed" pitchFamily="34" charset="-122"/>
                <a:cs typeface="Barlow Semi Condensed" pitchFamily="34" charset="-120"/>
              </a:rPr>
              <a:t>Progress over perfection.</a:t>
            </a:r>
            <a:endParaRPr lang="en-US" sz="1600" dirty="0"/>
          </a:p>
        </p:txBody>
      </p:sp>
      <p:sp>
        <p:nvSpPr>
          <p:cNvPr id="12" name="Shape 10"/>
          <p:cNvSpPr/>
          <p:nvPr/>
        </p:nvSpPr>
        <p:spPr>
          <a:xfrm>
            <a:off x="829056" y="4730496"/>
            <a:ext cx="207264" cy="207264"/>
          </a:xfrm>
          <a:prstGeom prst="ellipse">
            <a:avLst/>
          </a:prstGeom>
          <a:solidFill>
            <a:srgbClr val="03A7A4"/>
          </a:solidFill>
          <a:ln w="16933">
            <a:solidFill>
              <a:srgbClr val="03A7A4"/>
            </a:solidFill>
            <a:prstDash val="solid"/>
          </a:ln>
        </p:spPr>
        <p:txBody>
          <a:bodyPr/>
          <a:lstStyle/>
          <a:p>
            <a:endParaRPr/>
          </a:p>
        </p:txBody>
      </p:sp>
      <p:sp>
        <p:nvSpPr>
          <p:cNvPr id="13" name="Text 11"/>
          <p:cNvSpPr/>
          <p:nvPr/>
        </p:nvSpPr>
        <p:spPr>
          <a:xfrm>
            <a:off x="859536" y="4748784"/>
            <a:ext cx="146304" cy="121920"/>
          </a:xfrm>
          <a:prstGeom prst="rect">
            <a:avLst/>
          </a:prstGeom>
          <a:noFill/>
          <a:ln/>
        </p:spPr>
        <p:txBody>
          <a:bodyPr wrap="square" lIns="508" tIns="508" rIns="508" bIns="508" rtlCol="0" anchor="ctr">
            <a:normAutofit fontScale="92500" lnSpcReduction="20000"/>
          </a:bodyPr>
          <a:lstStyle/>
          <a:p>
            <a:pPr marL="0" indent="0" algn="ctr">
              <a:buNone/>
            </a:pPr>
            <a:r>
              <a:rPr lang="en-US" sz="933" b="1" dirty="0">
                <a:solidFill>
                  <a:srgbClr val="FFFFFF"/>
                </a:solidFill>
                <a:latin typeface="Barlow Semi Condensed" pitchFamily="34" charset="0"/>
                <a:ea typeface="Barlow Semi Condensed" pitchFamily="34" charset="-122"/>
                <a:cs typeface="Barlow Semi Condensed" pitchFamily="34" charset="-120"/>
              </a:rPr>
              <a:t>✓</a:t>
            </a:r>
            <a:endParaRPr lang="en-US" sz="700" dirty="0"/>
          </a:p>
        </p:txBody>
      </p:sp>
      <p:sp>
        <p:nvSpPr>
          <p:cNvPr id="14" name="Text 12"/>
          <p:cNvSpPr/>
          <p:nvPr/>
        </p:nvSpPr>
        <p:spPr>
          <a:xfrm>
            <a:off x="1194816" y="4693920"/>
            <a:ext cx="4632960" cy="341376"/>
          </a:xfrm>
          <a:prstGeom prst="rect">
            <a:avLst/>
          </a:prstGeom>
          <a:noFill/>
          <a:ln/>
        </p:spPr>
        <p:txBody>
          <a:bodyPr wrap="square" lIns="508" tIns="508" rIns="508" bIns="508" rtlCol="0" anchor="ctr">
            <a:normAutofit/>
          </a:bodyPr>
          <a:lstStyle/>
          <a:p>
            <a:pPr marL="0" indent="0" algn="l">
              <a:buNone/>
            </a:pPr>
            <a:r>
              <a:rPr lang="en-US" sz="2133" dirty="0">
                <a:solidFill>
                  <a:srgbClr val="1B1C19"/>
                </a:solidFill>
                <a:latin typeface="Barlow Semi Condensed" pitchFamily="34" charset="0"/>
                <a:ea typeface="Barlow Semi Condensed" pitchFamily="34" charset="-122"/>
                <a:cs typeface="Barlow Semi Condensed" pitchFamily="34" charset="-120"/>
              </a:rPr>
              <a:t>Build something you will actually use.</a:t>
            </a:r>
            <a:endParaRPr lang="en-US" sz="1600" dirty="0"/>
          </a:p>
        </p:txBody>
      </p:sp>
      <p:sp>
        <p:nvSpPr>
          <p:cNvPr id="17" name="Text 14"/>
          <p:cNvSpPr/>
          <p:nvPr/>
        </p:nvSpPr>
        <p:spPr>
          <a:xfrm>
            <a:off x="6403450" y="4669535"/>
            <a:ext cx="5523310" cy="280417"/>
          </a:xfrm>
          <a:prstGeom prst="rect">
            <a:avLst/>
          </a:prstGeom>
          <a:noFill/>
          <a:ln/>
        </p:spPr>
        <p:txBody>
          <a:bodyPr wrap="square" lIns="508" tIns="508" rIns="508" bIns="508" rtlCol="0" anchor="ctr">
            <a:noAutofit/>
          </a:bodyPr>
          <a:lstStyle/>
          <a:p>
            <a:pPr marL="0" indent="0" algn="ctr">
              <a:buNone/>
            </a:pPr>
            <a:r>
              <a:rPr sz="1400" dirty="0"/>
              <a:t>How today works: tee up &gt; independent work &gt; quick check-in &gt; next section.</a:t>
            </a:r>
            <a:endParaRPr lang="en-US" sz="800" dirty="0"/>
          </a:p>
        </p:txBody>
      </p:sp>
      <p:sp>
        <p:nvSpPr>
          <p:cNvPr id="18" name="Shape 15"/>
          <p:cNvSpPr/>
          <p:nvPr/>
        </p:nvSpPr>
        <p:spPr>
          <a:xfrm>
            <a:off x="670560" y="5303520"/>
            <a:ext cx="10850880" cy="548640"/>
          </a:xfrm>
          <a:prstGeom prst="roundRect">
            <a:avLst>
              <a:gd name="adj" fmla="val 13333"/>
            </a:avLst>
          </a:prstGeom>
          <a:solidFill>
            <a:srgbClr val="1B1C19"/>
          </a:solidFill>
          <a:ln w="16933">
            <a:solidFill>
              <a:srgbClr val="1B1C19">
                <a:alpha val="0"/>
              </a:srgbClr>
            </a:solidFill>
            <a:prstDash val="solid"/>
          </a:ln>
        </p:spPr>
        <p:txBody>
          <a:bodyPr/>
          <a:lstStyle/>
          <a:p>
            <a:endParaRPr/>
          </a:p>
        </p:txBody>
      </p:sp>
      <p:sp>
        <p:nvSpPr>
          <p:cNvPr id="19" name="Text 16"/>
          <p:cNvSpPr/>
          <p:nvPr/>
        </p:nvSpPr>
        <p:spPr>
          <a:xfrm>
            <a:off x="865632" y="5449824"/>
            <a:ext cx="10460736" cy="256032"/>
          </a:xfrm>
          <a:prstGeom prst="rect">
            <a:avLst/>
          </a:prstGeom>
          <a:noFill/>
          <a:ln/>
        </p:spPr>
        <p:txBody>
          <a:bodyPr wrap="square" lIns="508" tIns="508" rIns="508" bIns="508" rtlCol="0" anchor="ctr">
            <a:normAutofit fontScale="92500" lnSpcReduction="10000"/>
          </a:bodyPr>
          <a:lstStyle/>
          <a:p>
            <a:pPr marL="0" indent="0" algn="ctr">
              <a:buNone/>
            </a:pPr>
            <a:r>
              <a:rPr b="1" dirty="0">
                <a:solidFill>
                  <a:schemeClr val="bg1"/>
                </a:solidFill>
              </a:rPr>
              <a:t>You will work independently through each section, check in briefly as a group, then share what you created at the end.</a:t>
            </a:r>
            <a:endParaRPr lang="en-US" sz="1500" b="1" dirty="0">
              <a:solidFill>
                <a:schemeClr val="bg1"/>
              </a:solidFill>
            </a:endParaRPr>
          </a:p>
        </p:txBody>
      </p:sp>
      <p:pic>
        <p:nvPicPr>
          <p:cNvPr id="20" name="Image 1" descr="/home/oai/skills/fabletics-deck/assets/logos/F-Icon-Dark.png"/>
          <p:cNvPicPr>
            <a:picLocks noChangeAspect="1"/>
          </p:cNvPicPr>
          <p:nvPr/>
        </p:nvPicPr>
        <p:blipFill>
          <a:blip r:embed="rId3"/>
          <a:stretch>
            <a:fillRect/>
          </a:stretch>
        </p:blipFill>
        <p:spPr>
          <a:xfrm>
            <a:off x="426720" y="6278880"/>
            <a:ext cx="341376" cy="304800"/>
          </a:xfrm>
          <a:prstGeom prst="rect">
            <a:avLst/>
          </a:prstGeom>
        </p:spPr>
      </p:pic>
      <p:sp>
        <p:nvSpPr>
          <p:cNvPr id="21" name="Text 17"/>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1B1C19"/>
                </a:solidFill>
                <a:latin typeface="Barlow Semi Condensed" pitchFamily="34" charset="0"/>
                <a:ea typeface="Barlow Semi Condensed" pitchFamily="34" charset="-122"/>
                <a:cs typeface="Barlow Semi Condensed" pitchFamily="34" charset="-120"/>
              </a:rPr>
              <a:t>CONFIDENTIAL        2</a:t>
            </a:r>
            <a:endParaRPr lang="en-US" sz="800" dirty="0"/>
          </a:p>
        </p:txBody>
      </p:sp>
      <p:pic>
        <p:nvPicPr>
          <p:cNvPr id="23" name="Picture 22">
            <a:extLst>
              <a:ext uri="{FF2B5EF4-FFF2-40B4-BE49-F238E27FC236}">
                <a16:creationId xmlns:a16="http://schemas.microsoft.com/office/drawing/2014/main" id="{965DC892-28E5-DB9A-9125-1F39A7B5C76C}"/>
              </a:ext>
            </a:extLst>
          </p:cNvPr>
          <p:cNvPicPr>
            <a:picLocks noChangeAspect="1"/>
          </p:cNvPicPr>
          <p:nvPr/>
        </p:nvPicPr>
        <p:blipFill>
          <a:blip r:embed="rId4"/>
          <a:stretch>
            <a:fillRect/>
          </a:stretch>
        </p:blipFill>
        <p:spPr>
          <a:xfrm>
            <a:off x="6502089" y="1637969"/>
            <a:ext cx="5424671" cy="29462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4F1ED"/>
        </a:solidFill>
        <a:effectLst/>
      </p:bgPr>
    </p:bg>
    <p:spTree>
      <p:nvGrpSpPr>
        <p:cNvPr id="1" name=""/>
        <p:cNvGrpSpPr/>
        <p:nvPr/>
      </p:nvGrpSpPr>
      <p:grpSpPr>
        <a:xfrm>
          <a:off x="0" y="0"/>
          <a:ext cx="0" cy="0"/>
          <a:chOff x="0" y="0"/>
          <a:chExt cx="0" cy="0"/>
        </a:xfrm>
      </p:grpSpPr>
      <p:sp>
        <p:nvSpPr>
          <p:cNvPr id="2" name="Text 0"/>
          <p:cNvSpPr/>
          <p:nvPr/>
        </p:nvSpPr>
        <p:spPr>
          <a:xfrm>
            <a:off x="670560" y="512064"/>
            <a:ext cx="10850880" cy="512064"/>
          </a:xfrm>
          <a:prstGeom prst="rect">
            <a:avLst/>
          </a:prstGeom>
          <a:noFill/>
          <a:ln/>
        </p:spPr>
        <p:txBody>
          <a:bodyPr wrap="square" lIns="0" tIns="0" rIns="0" bIns="0" rtlCol="0" anchor="ctr">
            <a:normAutofit fontScale="85000" lnSpcReduction="10000"/>
          </a:bodyPr>
          <a:lstStyle/>
          <a:p>
            <a:pPr marL="0" indent="0">
              <a:buNone/>
            </a:pPr>
            <a:r>
              <a:rPr lang="en-US" sz="3600" b="1" dirty="0">
                <a:solidFill>
                  <a:srgbClr val="1B1C19"/>
                </a:solidFill>
                <a:latin typeface="Barlow Semi Condensed" pitchFamily="34" charset="0"/>
                <a:ea typeface="Barlow Semi Condensed" pitchFamily="34" charset="-122"/>
                <a:cs typeface="Barlow Semi Condensed" pitchFamily="34" charset="-120"/>
              </a:rPr>
              <a:t>The canvas turns AI exploration into a simple improvement process.</a:t>
            </a:r>
            <a:endParaRPr lang="en-US" sz="2700" dirty="0"/>
          </a:p>
        </p:txBody>
      </p:sp>
      <p:sp>
        <p:nvSpPr>
          <p:cNvPr id="3" name="Text 1"/>
          <p:cNvSpPr/>
          <p:nvPr/>
        </p:nvSpPr>
        <p:spPr>
          <a:xfrm>
            <a:off x="670560" y="1121664"/>
            <a:ext cx="10850880" cy="426720"/>
          </a:xfrm>
          <a:prstGeom prst="rect">
            <a:avLst/>
          </a:prstGeom>
          <a:noFill/>
          <a:ln/>
        </p:spPr>
        <p:txBody>
          <a:bodyPr wrap="square" lIns="0" tIns="0" rIns="0" bIns="0" rtlCol="0" anchor="ctr">
            <a:normAutofit/>
          </a:bodyPr>
          <a:lstStyle/>
          <a:p>
            <a:pPr marL="0" indent="0">
              <a:buNone/>
            </a:pPr>
            <a:r>
              <a:rPr lang="en-US" sz="2000" dirty="0">
                <a:solidFill>
                  <a:srgbClr val="81817F"/>
                </a:solidFill>
                <a:latin typeface="Barlow Semi Condensed" pitchFamily="34" charset="0"/>
                <a:ea typeface="Barlow Semi Condensed" pitchFamily="34" charset="-122"/>
                <a:cs typeface="Barlow Semi Condensed" pitchFamily="34" charset="-120"/>
              </a:rPr>
              <a:t>We will work through five steps. One workflow. One solution. One next step.</a:t>
            </a:r>
            <a:endParaRPr lang="en-US" sz="1500" dirty="0"/>
          </a:p>
        </p:txBody>
      </p:sp>
      <p:sp>
        <p:nvSpPr>
          <p:cNvPr id="4" name="Shape 2"/>
          <p:cNvSpPr/>
          <p:nvPr/>
        </p:nvSpPr>
        <p:spPr>
          <a:xfrm>
            <a:off x="853440" y="1889760"/>
            <a:ext cx="1975104" cy="2987040"/>
          </a:xfrm>
          <a:prstGeom prst="roundRect">
            <a:avLst>
              <a:gd name="adj" fmla="val 4938"/>
            </a:avLst>
          </a:prstGeom>
          <a:solidFill>
            <a:srgbClr val="1B1C19"/>
          </a:solidFill>
          <a:ln w="16933">
            <a:solidFill>
              <a:srgbClr val="1B1C19"/>
            </a:solidFill>
            <a:prstDash val="solid"/>
          </a:ln>
        </p:spPr>
        <p:txBody>
          <a:bodyPr/>
          <a:lstStyle/>
          <a:p>
            <a:endParaRPr/>
          </a:p>
        </p:txBody>
      </p:sp>
      <p:sp>
        <p:nvSpPr>
          <p:cNvPr id="5" name="Shape 3"/>
          <p:cNvSpPr/>
          <p:nvPr/>
        </p:nvSpPr>
        <p:spPr>
          <a:xfrm>
            <a:off x="1060704" y="2157984"/>
            <a:ext cx="512064" cy="512064"/>
          </a:xfrm>
          <a:prstGeom prst="ellipse">
            <a:avLst/>
          </a:prstGeom>
          <a:solidFill>
            <a:srgbClr val="03A7A4"/>
          </a:solidFill>
          <a:ln w="16933">
            <a:solidFill>
              <a:srgbClr val="03A7A4"/>
            </a:solidFill>
            <a:prstDash val="solid"/>
          </a:ln>
        </p:spPr>
        <p:txBody>
          <a:bodyPr/>
          <a:lstStyle/>
          <a:p>
            <a:endParaRPr/>
          </a:p>
        </p:txBody>
      </p:sp>
      <p:sp>
        <p:nvSpPr>
          <p:cNvPr id="6" name="Text 4"/>
          <p:cNvSpPr/>
          <p:nvPr/>
        </p:nvSpPr>
        <p:spPr>
          <a:xfrm>
            <a:off x="1219200" y="2343512"/>
            <a:ext cx="195072" cy="121920"/>
          </a:xfrm>
          <a:prstGeom prst="rect">
            <a:avLst/>
          </a:prstGeom>
          <a:noFill/>
          <a:ln/>
        </p:spPr>
        <p:txBody>
          <a:bodyPr wrap="square" lIns="508" tIns="508" rIns="508" bIns="508" rtlCol="0" anchor="ctr">
            <a:noAutofit/>
          </a:bodyPr>
          <a:lstStyle/>
          <a:p>
            <a:pPr marL="0" indent="0" algn="ctr">
              <a:buNone/>
            </a:pPr>
            <a:r>
              <a:rPr lang="en-US" sz="1400" b="1" dirty="0">
                <a:solidFill>
                  <a:srgbClr val="FFFFFF"/>
                </a:solidFill>
                <a:latin typeface="Barlow Semi Condensed" pitchFamily="34" charset="0"/>
                <a:ea typeface="Barlow Semi Condensed" pitchFamily="34" charset="-122"/>
                <a:cs typeface="Barlow Semi Condensed" pitchFamily="34" charset="-120"/>
              </a:rPr>
              <a:t>1</a:t>
            </a:r>
            <a:endParaRPr lang="en-US" sz="1400" dirty="0"/>
          </a:p>
        </p:txBody>
      </p:sp>
      <p:sp>
        <p:nvSpPr>
          <p:cNvPr id="7" name="Text 5"/>
          <p:cNvSpPr/>
          <p:nvPr/>
        </p:nvSpPr>
        <p:spPr>
          <a:xfrm>
            <a:off x="1060704" y="2889504"/>
            <a:ext cx="1560576" cy="341376"/>
          </a:xfrm>
          <a:prstGeom prst="rect">
            <a:avLst/>
          </a:prstGeom>
          <a:noFill/>
          <a:ln/>
        </p:spPr>
        <p:txBody>
          <a:bodyPr wrap="square" lIns="508" tIns="508" rIns="508" bIns="508" rtlCol="0" anchor="ctr">
            <a:normAutofit/>
          </a:bodyPr>
          <a:lstStyle/>
          <a:p>
            <a:pPr marL="0" indent="0" algn="l">
              <a:buNone/>
            </a:pPr>
            <a:r>
              <a:rPr lang="en-US" sz="2133" b="1" dirty="0">
                <a:solidFill>
                  <a:srgbClr val="FFFFFF"/>
                </a:solidFill>
                <a:latin typeface="Barlow Semi Condensed" pitchFamily="34" charset="0"/>
                <a:ea typeface="Barlow Semi Condensed" pitchFamily="34" charset="-122"/>
                <a:cs typeface="Barlow Semi Condensed" pitchFamily="34" charset="-120"/>
              </a:rPr>
              <a:t>Understand</a:t>
            </a:r>
            <a:endParaRPr lang="en-US" sz="1600" dirty="0"/>
          </a:p>
        </p:txBody>
      </p:sp>
      <p:sp>
        <p:nvSpPr>
          <p:cNvPr id="8" name="Text 6"/>
          <p:cNvSpPr/>
          <p:nvPr/>
        </p:nvSpPr>
        <p:spPr>
          <a:xfrm>
            <a:off x="1060704" y="3377183"/>
            <a:ext cx="1560576" cy="1163011"/>
          </a:xfrm>
          <a:prstGeom prst="rect">
            <a:avLst/>
          </a:prstGeom>
          <a:noFill/>
          <a:ln/>
        </p:spPr>
        <p:txBody>
          <a:bodyPr wrap="square" lIns="508" tIns="508" rIns="508" bIns="508" rtlCol="0" anchor="ctr">
            <a:normAutofit lnSpcReduction="10000"/>
          </a:bodyPr>
          <a:lstStyle/>
          <a:p>
            <a:pPr marL="0" indent="0" algn="l">
              <a:buNone/>
            </a:pPr>
            <a:r>
              <a:rPr lang="en-US" sz="1600" dirty="0">
                <a:solidFill>
                  <a:srgbClr val="F4F1ED"/>
                </a:solidFill>
                <a:latin typeface="Barlow Semi Condensed" pitchFamily="34" charset="0"/>
                <a:ea typeface="Barlow Semi Condensed" pitchFamily="34" charset="-122"/>
                <a:cs typeface="Barlow Semi Condensed" pitchFamily="34" charset="-120"/>
              </a:rPr>
              <a:t>Choose one workflow and find where it slows down or could be improved.</a:t>
            </a:r>
            <a:endParaRPr lang="en-US" sz="1200" dirty="0"/>
          </a:p>
        </p:txBody>
      </p:sp>
      <p:sp>
        <p:nvSpPr>
          <p:cNvPr id="9" name="Shape 7"/>
          <p:cNvSpPr/>
          <p:nvPr/>
        </p:nvSpPr>
        <p:spPr>
          <a:xfrm>
            <a:off x="3048000" y="1889760"/>
            <a:ext cx="1975104" cy="2987040"/>
          </a:xfrm>
          <a:prstGeom prst="roundRect">
            <a:avLst>
              <a:gd name="adj" fmla="val 4938"/>
            </a:avLst>
          </a:prstGeom>
          <a:solidFill>
            <a:srgbClr val="FFFFFF"/>
          </a:solidFill>
          <a:ln w="16933">
            <a:solidFill>
              <a:srgbClr val="BBC4C9"/>
            </a:solidFill>
            <a:prstDash val="solid"/>
          </a:ln>
        </p:spPr>
        <p:txBody>
          <a:bodyPr/>
          <a:lstStyle/>
          <a:p>
            <a:endParaRPr/>
          </a:p>
        </p:txBody>
      </p:sp>
      <p:sp>
        <p:nvSpPr>
          <p:cNvPr id="10" name="Shape 8"/>
          <p:cNvSpPr/>
          <p:nvPr/>
        </p:nvSpPr>
        <p:spPr>
          <a:xfrm>
            <a:off x="3255264" y="2157984"/>
            <a:ext cx="512064" cy="512064"/>
          </a:xfrm>
          <a:prstGeom prst="ellipse">
            <a:avLst/>
          </a:prstGeom>
          <a:solidFill>
            <a:srgbClr val="E8E4DA"/>
          </a:solidFill>
          <a:ln w="16933">
            <a:solidFill>
              <a:srgbClr val="E8E4DA"/>
            </a:solidFill>
            <a:prstDash val="solid"/>
          </a:ln>
        </p:spPr>
        <p:txBody>
          <a:bodyPr/>
          <a:lstStyle/>
          <a:p>
            <a:endParaRPr/>
          </a:p>
        </p:txBody>
      </p:sp>
      <p:sp>
        <p:nvSpPr>
          <p:cNvPr id="11" name="Text 9"/>
          <p:cNvSpPr/>
          <p:nvPr/>
        </p:nvSpPr>
        <p:spPr>
          <a:xfrm>
            <a:off x="3413760" y="2343512"/>
            <a:ext cx="195072" cy="121920"/>
          </a:xfrm>
          <a:prstGeom prst="rect">
            <a:avLst/>
          </a:prstGeom>
          <a:noFill/>
          <a:ln/>
        </p:spPr>
        <p:txBody>
          <a:bodyPr wrap="square" lIns="508" tIns="508" rIns="508" bIns="508" rtlCol="0" anchor="ctr">
            <a:noAutofit/>
          </a:bodyPr>
          <a:lstStyle/>
          <a:p>
            <a:pPr marL="0" indent="0" algn="ctr">
              <a:buNone/>
            </a:pPr>
            <a:r>
              <a:rPr lang="en-US" sz="1400" b="1" dirty="0">
                <a:solidFill>
                  <a:srgbClr val="1B1C19"/>
                </a:solidFill>
                <a:latin typeface="Barlow Semi Condensed" pitchFamily="34" charset="0"/>
                <a:ea typeface="Barlow Semi Condensed" pitchFamily="34" charset="-122"/>
                <a:cs typeface="Barlow Semi Condensed" pitchFamily="34" charset="-120"/>
              </a:rPr>
              <a:t>2</a:t>
            </a:r>
            <a:endParaRPr lang="en-US" sz="1400" dirty="0"/>
          </a:p>
        </p:txBody>
      </p:sp>
      <p:sp>
        <p:nvSpPr>
          <p:cNvPr id="12" name="Text 10"/>
          <p:cNvSpPr/>
          <p:nvPr/>
        </p:nvSpPr>
        <p:spPr>
          <a:xfrm>
            <a:off x="3255264" y="2889504"/>
            <a:ext cx="1560576" cy="341376"/>
          </a:xfrm>
          <a:prstGeom prst="rect">
            <a:avLst/>
          </a:prstGeom>
          <a:noFill/>
          <a:ln/>
        </p:spPr>
        <p:txBody>
          <a:bodyPr wrap="square" lIns="508" tIns="508" rIns="508" bIns="508" rtlCol="0" anchor="ctr">
            <a:normAutofit/>
          </a:bodyPr>
          <a:lstStyle/>
          <a:p>
            <a:pPr marL="0" indent="0" algn="l">
              <a:buNone/>
            </a:pPr>
            <a:r>
              <a:rPr lang="en-US" sz="2133" b="1" dirty="0">
                <a:solidFill>
                  <a:srgbClr val="1B1C19"/>
                </a:solidFill>
                <a:latin typeface="Barlow Semi Condensed" pitchFamily="34" charset="0"/>
                <a:ea typeface="Barlow Semi Condensed" pitchFamily="34" charset="-122"/>
                <a:cs typeface="Barlow Semi Condensed" pitchFamily="34" charset="-120"/>
              </a:rPr>
              <a:t>Spot</a:t>
            </a:r>
            <a:endParaRPr lang="en-US" sz="1600" dirty="0"/>
          </a:p>
        </p:txBody>
      </p:sp>
      <p:sp>
        <p:nvSpPr>
          <p:cNvPr id="13" name="Text 11"/>
          <p:cNvSpPr/>
          <p:nvPr/>
        </p:nvSpPr>
        <p:spPr>
          <a:xfrm>
            <a:off x="3255264" y="3377184"/>
            <a:ext cx="1560576" cy="914400"/>
          </a:xfrm>
          <a:prstGeom prst="rect">
            <a:avLst/>
          </a:prstGeom>
          <a:noFill/>
          <a:ln/>
        </p:spPr>
        <p:txBody>
          <a:bodyPr wrap="square" lIns="508" tIns="508" rIns="508" bIns="508" rtlCol="0" anchor="ctr">
            <a:normAutofit/>
          </a:bodyPr>
          <a:lstStyle/>
          <a:p>
            <a:pPr marL="0" indent="0" algn="l">
              <a:buNone/>
            </a:pPr>
            <a:r>
              <a:rPr lang="en-US" sz="1600" dirty="0">
                <a:solidFill>
                  <a:srgbClr val="81817F"/>
                </a:solidFill>
                <a:latin typeface="Barlow Semi Condensed" pitchFamily="34" charset="0"/>
                <a:ea typeface="Barlow Semi Condensed" pitchFamily="34" charset="-122"/>
                <a:cs typeface="Barlow Semi Condensed" pitchFamily="34" charset="-120"/>
              </a:rPr>
              <a:t>Identify the job you want AI to do.</a:t>
            </a:r>
            <a:endParaRPr lang="en-US" sz="1200" dirty="0"/>
          </a:p>
        </p:txBody>
      </p:sp>
      <p:sp>
        <p:nvSpPr>
          <p:cNvPr id="14" name="Shape 12"/>
          <p:cNvSpPr/>
          <p:nvPr/>
        </p:nvSpPr>
        <p:spPr>
          <a:xfrm>
            <a:off x="5242560" y="1889760"/>
            <a:ext cx="1975104" cy="2987040"/>
          </a:xfrm>
          <a:prstGeom prst="roundRect">
            <a:avLst>
              <a:gd name="adj" fmla="val 4938"/>
            </a:avLst>
          </a:prstGeom>
          <a:solidFill>
            <a:srgbClr val="FFFFFF"/>
          </a:solidFill>
          <a:ln w="16933">
            <a:solidFill>
              <a:srgbClr val="BBC4C9"/>
            </a:solidFill>
            <a:prstDash val="solid"/>
          </a:ln>
        </p:spPr>
        <p:txBody>
          <a:bodyPr/>
          <a:lstStyle/>
          <a:p>
            <a:endParaRPr/>
          </a:p>
        </p:txBody>
      </p:sp>
      <p:sp>
        <p:nvSpPr>
          <p:cNvPr id="15" name="Shape 13"/>
          <p:cNvSpPr/>
          <p:nvPr/>
        </p:nvSpPr>
        <p:spPr>
          <a:xfrm>
            <a:off x="5449824" y="2157984"/>
            <a:ext cx="512064" cy="512064"/>
          </a:xfrm>
          <a:prstGeom prst="ellipse">
            <a:avLst/>
          </a:prstGeom>
          <a:solidFill>
            <a:srgbClr val="E8E4DA"/>
          </a:solidFill>
          <a:ln w="16933">
            <a:solidFill>
              <a:srgbClr val="E8E4DA"/>
            </a:solidFill>
            <a:prstDash val="solid"/>
          </a:ln>
        </p:spPr>
        <p:txBody>
          <a:bodyPr/>
          <a:lstStyle/>
          <a:p>
            <a:endParaRPr/>
          </a:p>
        </p:txBody>
      </p:sp>
      <p:sp>
        <p:nvSpPr>
          <p:cNvPr id="16" name="Text 14"/>
          <p:cNvSpPr/>
          <p:nvPr/>
        </p:nvSpPr>
        <p:spPr>
          <a:xfrm>
            <a:off x="5608320" y="2343512"/>
            <a:ext cx="195072" cy="121920"/>
          </a:xfrm>
          <a:prstGeom prst="rect">
            <a:avLst/>
          </a:prstGeom>
          <a:noFill/>
          <a:ln/>
        </p:spPr>
        <p:txBody>
          <a:bodyPr wrap="square" lIns="508" tIns="508" rIns="508" bIns="508" rtlCol="0" anchor="ctr">
            <a:noAutofit/>
          </a:bodyPr>
          <a:lstStyle/>
          <a:p>
            <a:pPr marL="0" indent="0" algn="ctr">
              <a:buNone/>
            </a:pPr>
            <a:r>
              <a:rPr lang="en-US" sz="1400" b="1" dirty="0">
                <a:solidFill>
                  <a:srgbClr val="1B1C19"/>
                </a:solidFill>
                <a:latin typeface="Barlow Semi Condensed" pitchFamily="34" charset="0"/>
                <a:ea typeface="Barlow Semi Condensed" pitchFamily="34" charset="-122"/>
                <a:cs typeface="Barlow Semi Condensed" pitchFamily="34" charset="-120"/>
              </a:rPr>
              <a:t>3</a:t>
            </a:r>
            <a:endParaRPr lang="en-US" sz="1400" dirty="0"/>
          </a:p>
        </p:txBody>
      </p:sp>
      <p:sp>
        <p:nvSpPr>
          <p:cNvPr id="17" name="Text 15"/>
          <p:cNvSpPr/>
          <p:nvPr/>
        </p:nvSpPr>
        <p:spPr>
          <a:xfrm>
            <a:off x="5449824" y="2889504"/>
            <a:ext cx="1560576" cy="341376"/>
          </a:xfrm>
          <a:prstGeom prst="rect">
            <a:avLst/>
          </a:prstGeom>
          <a:noFill/>
          <a:ln/>
        </p:spPr>
        <p:txBody>
          <a:bodyPr wrap="square" lIns="508" tIns="508" rIns="508" bIns="508" rtlCol="0" anchor="ctr">
            <a:normAutofit/>
          </a:bodyPr>
          <a:lstStyle/>
          <a:p>
            <a:pPr marL="0" indent="0" algn="l">
              <a:buNone/>
            </a:pPr>
            <a:r>
              <a:rPr lang="en-US" sz="2133" b="1" dirty="0">
                <a:solidFill>
                  <a:srgbClr val="1B1C19"/>
                </a:solidFill>
                <a:latin typeface="Barlow Semi Condensed" pitchFamily="34" charset="0"/>
                <a:ea typeface="Barlow Semi Condensed" pitchFamily="34" charset="-122"/>
                <a:cs typeface="Barlow Semi Condensed" pitchFamily="34" charset="-120"/>
              </a:rPr>
              <a:t>Choose</a:t>
            </a:r>
            <a:endParaRPr lang="en-US" sz="1600" dirty="0"/>
          </a:p>
        </p:txBody>
      </p:sp>
      <p:sp>
        <p:nvSpPr>
          <p:cNvPr id="18" name="Text 16"/>
          <p:cNvSpPr/>
          <p:nvPr/>
        </p:nvSpPr>
        <p:spPr>
          <a:xfrm>
            <a:off x="5449824" y="3377184"/>
            <a:ext cx="1560576" cy="914400"/>
          </a:xfrm>
          <a:prstGeom prst="rect">
            <a:avLst/>
          </a:prstGeom>
          <a:noFill/>
          <a:ln/>
        </p:spPr>
        <p:txBody>
          <a:bodyPr wrap="square" lIns="508" tIns="508" rIns="508" bIns="508" rtlCol="0" anchor="ctr">
            <a:normAutofit/>
          </a:bodyPr>
          <a:lstStyle/>
          <a:p>
            <a:pPr marL="0" indent="0" algn="l">
              <a:buNone/>
            </a:pPr>
            <a:r>
              <a:rPr lang="en-US" sz="1600" dirty="0">
                <a:solidFill>
                  <a:srgbClr val="81817F"/>
                </a:solidFill>
                <a:latin typeface="Barlow Semi Condensed" pitchFamily="34" charset="0"/>
                <a:ea typeface="Barlow Semi Condensed" pitchFamily="34" charset="-122"/>
                <a:cs typeface="Barlow Semi Condensed" pitchFamily="34" charset="-120"/>
              </a:rPr>
              <a:t>Pick the simplest solution that solves the problem.</a:t>
            </a:r>
            <a:endParaRPr lang="en-US" sz="1200" dirty="0"/>
          </a:p>
        </p:txBody>
      </p:sp>
      <p:sp>
        <p:nvSpPr>
          <p:cNvPr id="19" name="Shape 17"/>
          <p:cNvSpPr/>
          <p:nvPr/>
        </p:nvSpPr>
        <p:spPr>
          <a:xfrm>
            <a:off x="7437120" y="1889760"/>
            <a:ext cx="1975104" cy="2987040"/>
          </a:xfrm>
          <a:prstGeom prst="roundRect">
            <a:avLst>
              <a:gd name="adj" fmla="val 4938"/>
            </a:avLst>
          </a:prstGeom>
          <a:solidFill>
            <a:srgbClr val="FFFFFF"/>
          </a:solidFill>
          <a:ln w="16933">
            <a:solidFill>
              <a:srgbClr val="BBC4C9"/>
            </a:solidFill>
            <a:prstDash val="solid"/>
          </a:ln>
        </p:spPr>
        <p:txBody>
          <a:bodyPr/>
          <a:lstStyle/>
          <a:p>
            <a:endParaRPr/>
          </a:p>
        </p:txBody>
      </p:sp>
      <p:sp>
        <p:nvSpPr>
          <p:cNvPr id="20" name="Shape 18"/>
          <p:cNvSpPr/>
          <p:nvPr/>
        </p:nvSpPr>
        <p:spPr>
          <a:xfrm>
            <a:off x="7644384" y="2157984"/>
            <a:ext cx="512064" cy="512064"/>
          </a:xfrm>
          <a:prstGeom prst="ellipse">
            <a:avLst/>
          </a:prstGeom>
          <a:solidFill>
            <a:srgbClr val="E8E4DA"/>
          </a:solidFill>
          <a:ln w="16933">
            <a:solidFill>
              <a:srgbClr val="E8E4DA"/>
            </a:solidFill>
            <a:prstDash val="solid"/>
          </a:ln>
        </p:spPr>
        <p:txBody>
          <a:bodyPr/>
          <a:lstStyle/>
          <a:p>
            <a:endParaRPr/>
          </a:p>
        </p:txBody>
      </p:sp>
      <p:sp>
        <p:nvSpPr>
          <p:cNvPr id="21" name="Text 19"/>
          <p:cNvSpPr/>
          <p:nvPr/>
        </p:nvSpPr>
        <p:spPr>
          <a:xfrm>
            <a:off x="7802880" y="2343512"/>
            <a:ext cx="195072" cy="121920"/>
          </a:xfrm>
          <a:prstGeom prst="rect">
            <a:avLst/>
          </a:prstGeom>
          <a:noFill/>
          <a:ln/>
        </p:spPr>
        <p:txBody>
          <a:bodyPr wrap="square" lIns="508" tIns="508" rIns="508" bIns="508" rtlCol="0" anchor="ctr">
            <a:noAutofit/>
          </a:bodyPr>
          <a:lstStyle/>
          <a:p>
            <a:pPr marL="0" indent="0" algn="ctr">
              <a:buNone/>
            </a:pPr>
            <a:r>
              <a:rPr lang="en-US" sz="1400" b="1" dirty="0">
                <a:solidFill>
                  <a:srgbClr val="1B1C19"/>
                </a:solidFill>
                <a:latin typeface="Barlow Semi Condensed" pitchFamily="34" charset="0"/>
                <a:ea typeface="Barlow Semi Condensed" pitchFamily="34" charset="-122"/>
                <a:cs typeface="Barlow Semi Condensed" pitchFamily="34" charset="-120"/>
              </a:rPr>
              <a:t>4</a:t>
            </a:r>
            <a:endParaRPr lang="en-US" sz="1400" dirty="0"/>
          </a:p>
        </p:txBody>
      </p:sp>
      <p:sp>
        <p:nvSpPr>
          <p:cNvPr id="22" name="Text 20"/>
          <p:cNvSpPr/>
          <p:nvPr/>
        </p:nvSpPr>
        <p:spPr>
          <a:xfrm>
            <a:off x="7644384" y="2889504"/>
            <a:ext cx="1560576" cy="341376"/>
          </a:xfrm>
          <a:prstGeom prst="rect">
            <a:avLst/>
          </a:prstGeom>
          <a:noFill/>
          <a:ln/>
        </p:spPr>
        <p:txBody>
          <a:bodyPr wrap="square" lIns="508" tIns="508" rIns="508" bIns="508" rtlCol="0" anchor="ctr">
            <a:normAutofit/>
          </a:bodyPr>
          <a:lstStyle/>
          <a:p>
            <a:pPr marL="0" indent="0" algn="l">
              <a:buNone/>
            </a:pPr>
            <a:r>
              <a:rPr lang="en-US" sz="2133" b="1" dirty="0">
                <a:solidFill>
                  <a:srgbClr val="1B1C19"/>
                </a:solidFill>
                <a:latin typeface="Barlow Semi Condensed" pitchFamily="34" charset="0"/>
                <a:ea typeface="Barlow Semi Condensed" pitchFamily="34" charset="-122"/>
                <a:cs typeface="Barlow Semi Condensed" pitchFamily="34" charset="-120"/>
              </a:rPr>
              <a:t>Create</a:t>
            </a:r>
            <a:endParaRPr lang="en-US" sz="1600" dirty="0"/>
          </a:p>
        </p:txBody>
      </p:sp>
      <p:sp>
        <p:nvSpPr>
          <p:cNvPr id="23" name="Text 21"/>
          <p:cNvSpPr/>
          <p:nvPr/>
        </p:nvSpPr>
        <p:spPr>
          <a:xfrm>
            <a:off x="7644384" y="3377184"/>
            <a:ext cx="1560576" cy="914400"/>
          </a:xfrm>
          <a:prstGeom prst="rect">
            <a:avLst/>
          </a:prstGeom>
          <a:noFill/>
          <a:ln/>
        </p:spPr>
        <p:txBody>
          <a:bodyPr wrap="square" lIns="508" tIns="508" rIns="508" bIns="508" rtlCol="0" anchor="ctr">
            <a:normAutofit/>
          </a:bodyPr>
          <a:lstStyle/>
          <a:p>
            <a:pPr marL="0" indent="0" algn="l">
              <a:buNone/>
            </a:pPr>
            <a:r>
              <a:rPr lang="en-US" sz="1600" dirty="0">
                <a:solidFill>
                  <a:srgbClr val="81817F"/>
                </a:solidFill>
                <a:latin typeface="Barlow Semi Condensed" pitchFamily="34" charset="0"/>
                <a:ea typeface="Barlow Semi Condensed" pitchFamily="34" charset="-122"/>
                <a:cs typeface="Barlow Semi Condensed" pitchFamily="34" charset="-120"/>
              </a:rPr>
              <a:t>Use an approved AI tool to build a first draft.</a:t>
            </a:r>
            <a:endParaRPr lang="en-US" sz="1200" dirty="0"/>
          </a:p>
        </p:txBody>
      </p:sp>
      <p:sp>
        <p:nvSpPr>
          <p:cNvPr id="24" name="Shape 22"/>
          <p:cNvSpPr/>
          <p:nvPr/>
        </p:nvSpPr>
        <p:spPr>
          <a:xfrm>
            <a:off x="9631680" y="1889760"/>
            <a:ext cx="1975104" cy="2987040"/>
          </a:xfrm>
          <a:prstGeom prst="roundRect">
            <a:avLst>
              <a:gd name="adj" fmla="val 4938"/>
            </a:avLst>
          </a:prstGeom>
          <a:solidFill>
            <a:srgbClr val="FFFFFF"/>
          </a:solidFill>
          <a:ln w="16933">
            <a:solidFill>
              <a:srgbClr val="BBC4C9"/>
            </a:solidFill>
            <a:prstDash val="solid"/>
          </a:ln>
        </p:spPr>
        <p:txBody>
          <a:bodyPr/>
          <a:lstStyle/>
          <a:p>
            <a:endParaRPr/>
          </a:p>
        </p:txBody>
      </p:sp>
      <p:sp>
        <p:nvSpPr>
          <p:cNvPr id="25" name="Shape 23"/>
          <p:cNvSpPr/>
          <p:nvPr/>
        </p:nvSpPr>
        <p:spPr>
          <a:xfrm>
            <a:off x="9838944" y="2157984"/>
            <a:ext cx="512064" cy="512064"/>
          </a:xfrm>
          <a:prstGeom prst="ellipse">
            <a:avLst/>
          </a:prstGeom>
          <a:solidFill>
            <a:srgbClr val="E8E4DA"/>
          </a:solidFill>
          <a:ln w="16933">
            <a:solidFill>
              <a:srgbClr val="E8E4DA"/>
            </a:solidFill>
            <a:prstDash val="solid"/>
          </a:ln>
        </p:spPr>
        <p:txBody>
          <a:bodyPr/>
          <a:lstStyle/>
          <a:p>
            <a:endParaRPr/>
          </a:p>
        </p:txBody>
      </p:sp>
      <p:sp>
        <p:nvSpPr>
          <p:cNvPr id="26" name="Text 24"/>
          <p:cNvSpPr/>
          <p:nvPr/>
        </p:nvSpPr>
        <p:spPr>
          <a:xfrm>
            <a:off x="9997440" y="2343512"/>
            <a:ext cx="195072" cy="121920"/>
          </a:xfrm>
          <a:prstGeom prst="rect">
            <a:avLst/>
          </a:prstGeom>
          <a:noFill/>
          <a:ln/>
        </p:spPr>
        <p:txBody>
          <a:bodyPr wrap="square" lIns="508" tIns="508" rIns="508" bIns="508" rtlCol="0" anchor="ctr">
            <a:noAutofit/>
          </a:bodyPr>
          <a:lstStyle/>
          <a:p>
            <a:pPr marL="0" indent="0" algn="ctr">
              <a:buNone/>
            </a:pPr>
            <a:r>
              <a:rPr lang="en-US" sz="1400" b="1" dirty="0">
                <a:solidFill>
                  <a:srgbClr val="1B1C19"/>
                </a:solidFill>
                <a:latin typeface="Barlow Semi Condensed" pitchFamily="34" charset="0"/>
                <a:ea typeface="Barlow Semi Condensed" pitchFamily="34" charset="-122"/>
                <a:cs typeface="Barlow Semi Condensed" pitchFamily="34" charset="-120"/>
              </a:rPr>
              <a:t>5</a:t>
            </a:r>
            <a:endParaRPr lang="en-US" sz="1400" dirty="0"/>
          </a:p>
        </p:txBody>
      </p:sp>
      <p:sp>
        <p:nvSpPr>
          <p:cNvPr id="27" name="Text 25"/>
          <p:cNvSpPr/>
          <p:nvPr/>
        </p:nvSpPr>
        <p:spPr>
          <a:xfrm>
            <a:off x="9838944" y="2889504"/>
            <a:ext cx="1560576" cy="341376"/>
          </a:xfrm>
          <a:prstGeom prst="rect">
            <a:avLst/>
          </a:prstGeom>
          <a:noFill/>
          <a:ln/>
        </p:spPr>
        <p:txBody>
          <a:bodyPr wrap="square" lIns="508" tIns="508" rIns="508" bIns="508" rtlCol="0" anchor="ctr">
            <a:normAutofit/>
          </a:bodyPr>
          <a:lstStyle/>
          <a:p>
            <a:pPr marL="0" indent="0" algn="l">
              <a:buNone/>
            </a:pPr>
            <a:r>
              <a:rPr lang="en-US" sz="2133" b="1" dirty="0">
                <a:solidFill>
                  <a:srgbClr val="1B1C19"/>
                </a:solidFill>
                <a:latin typeface="Barlow Semi Condensed" pitchFamily="34" charset="0"/>
                <a:ea typeface="Barlow Semi Condensed" pitchFamily="34" charset="-122"/>
                <a:cs typeface="Barlow Semi Condensed" pitchFamily="34" charset="-120"/>
              </a:rPr>
              <a:t>Commit</a:t>
            </a:r>
            <a:endParaRPr lang="en-US" sz="1600" dirty="0"/>
          </a:p>
        </p:txBody>
      </p:sp>
      <p:sp>
        <p:nvSpPr>
          <p:cNvPr id="28" name="Text 26"/>
          <p:cNvSpPr/>
          <p:nvPr/>
        </p:nvSpPr>
        <p:spPr>
          <a:xfrm>
            <a:off x="9838944" y="3377184"/>
            <a:ext cx="1560576" cy="914400"/>
          </a:xfrm>
          <a:prstGeom prst="rect">
            <a:avLst/>
          </a:prstGeom>
          <a:noFill/>
          <a:ln/>
        </p:spPr>
        <p:txBody>
          <a:bodyPr wrap="square" lIns="508" tIns="508" rIns="508" bIns="508" rtlCol="0" anchor="ctr">
            <a:normAutofit/>
          </a:bodyPr>
          <a:lstStyle/>
          <a:p>
            <a:pPr marL="0" indent="0" algn="l">
              <a:buNone/>
            </a:pPr>
            <a:r>
              <a:rPr lang="en-US" sz="1600" dirty="0">
                <a:solidFill>
                  <a:srgbClr val="81817F"/>
                </a:solidFill>
                <a:latin typeface="Barlow Semi Condensed" pitchFamily="34" charset="0"/>
                <a:ea typeface="Barlow Semi Condensed" pitchFamily="34" charset="-122"/>
                <a:cs typeface="Barlow Semi Condensed" pitchFamily="34" charset="-120"/>
              </a:rPr>
              <a:t>Leave with a next step to use or finish it.</a:t>
            </a:r>
            <a:endParaRPr lang="en-US" sz="1200" dirty="0"/>
          </a:p>
        </p:txBody>
      </p:sp>
      <p:sp>
        <p:nvSpPr>
          <p:cNvPr id="29" name="Shape 27"/>
          <p:cNvSpPr/>
          <p:nvPr/>
        </p:nvSpPr>
        <p:spPr>
          <a:xfrm>
            <a:off x="1341120" y="5218176"/>
            <a:ext cx="9509760" cy="548640"/>
          </a:xfrm>
          <a:prstGeom prst="roundRect">
            <a:avLst>
              <a:gd name="adj" fmla="val 13333"/>
            </a:avLst>
          </a:prstGeom>
          <a:solidFill>
            <a:srgbClr val="F9FF0D"/>
          </a:solidFill>
          <a:ln w="16933">
            <a:solidFill>
              <a:srgbClr val="F9FF0D">
                <a:alpha val="0"/>
              </a:srgbClr>
            </a:solidFill>
            <a:prstDash val="solid"/>
          </a:ln>
        </p:spPr>
        <p:txBody>
          <a:bodyPr/>
          <a:lstStyle/>
          <a:p>
            <a:endParaRPr/>
          </a:p>
        </p:txBody>
      </p:sp>
      <p:sp>
        <p:nvSpPr>
          <p:cNvPr id="30" name="Text 28"/>
          <p:cNvSpPr/>
          <p:nvPr/>
        </p:nvSpPr>
        <p:spPr>
          <a:xfrm>
            <a:off x="1536192" y="5364480"/>
            <a:ext cx="9119616" cy="256032"/>
          </a:xfrm>
          <a:prstGeom prst="rect">
            <a:avLst/>
          </a:prstGeom>
          <a:noFill/>
          <a:ln/>
        </p:spPr>
        <p:txBody>
          <a:bodyPr wrap="square" lIns="508" tIns="508" rIns="508" bIns="508" rtlCol="0" anchor="ctr">
            <a:normAutofit fontScale="92500" lnSpcReduction="20000"/>
          </a:bodyPr>
          <a:lstStyle/>
          <a:p>
            <a:pPr marL="0" indent="0" algn="ctr">
              <a:buNone/>
            </a:pPr>
            <a:r>
              <a:rPr lang="en-US" sz="2000" b="1" dirty="0">
                <a:solidFill>
                  <a:srgbClr val="1B1C19"/>
                </a:solidFill>
                <a:latin typeface="Barlow Semi Condensed" pitchFamily="34" charset="0"/>
                <a:ea typeface="Barlow Semi Condensed" pitchFamily="34" charset="-122"/>
                <a:cs typeface="Barlow Semi Condensed" pitchFamily="34" charset="-120"/>
              </a:rPr>
              <a:t>By the end you should have momentum, not perfection.</a:t>
            </a:r>
            <a:endParaRPr lang="en-US" sz="1500" dirty="0"/>
          </a:p>
        </p:txBody>
      </p:sp>
      <p:pic>
        <p:nvPicPr>
          <p:cNvPr id="31" name="Image 0" descr="/home/oai/skills/fabletics-deck/assets/logos/F-Icon-Dark.png"/>
          <p:cNvPicPr>
            <a:picLocks noChangeAspect="1"/>
          </p:cNvPicPr>
          <p:nvPr/>
        </p:nvPicPr>
        <p:blipFill>
          <a:blip r:embed="rId3"/>
          <a:stretch>
            <a:fillRect/>
          </a:stretch>
        </p:blipFill>
        <p:spPr>
          <a:xfrm>
            <a:off x="426720" y="6278880"/>
            <a:ext cx="341376" cy="304800"/>
          </a:xfrm>
          <a:prstGeom prst="rect">
            <a:avLst/>
          </a:prstGeom>
        </p:spPr>
      </p:pic>
      <p:sp>
        <p:nvSpPr>
          <p:cNvPr id="32" name="Text 29"/>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1B1C19"/>
                </a:solidFill>
                <a:latin typeface="Barlow Semi Condensed" pitchFamily="34" charset="0"/>
                <a:ea typeface="Barlow Semi Condensed" pitchFamily="34" charset="-122"/>
                <a:cs typeface="Barlow Semi Condensed" pitchFamily="34" charset="-120"/>
              </a:rPr>
              <a:t>CONFIDENTIAL        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B1C19"/>
        </a:solidFill>
        <a:effectLst/>
      </p:bgPr>
    </p:bg>
    <p:spTree>
      <p:nvGrpSpPr>
        <p:cNvPr id="1" name=""/>
        <p:cNvGrpSpPr/>
        <p:nvPr/>
      </p:nvGrpSpPr>
      <p:grpSpPr>
        <a:xfrm>
          <a:off x="0" y="0"/>
          <a:ext cx="0" cy="0"/>
          <a:chOff x="0" y="0"/>
          <a:chExt cx="0" cy="0"/>
        </a:xfrm>
      </p:grpSpPr>
      <p:sp>
        <p:nvSpPr>
          <p:cNvPr id="2" name="Text 0"/>
          <p:cNvSpPr/>
          <p:nvPr/>
        </p:nvSpPr>
        <p:spPr>
          <a:xfrm>
            <a:off x="670560" y="585216"/>
            <a:ext cx="10850880" cy="512064"/>
          </a:xfrm>
          <a:prstGeom prst="rect">
            <a:avLst/>
          </a:prstGeom>
          <a:noFill/>
          <a:ln/>
        </p:spPr>
        <p:txBody>
          <a:bodyPr wrap="square" lIns="0" tIns="0" rIns="0" bIns="0" rtlCol="0" anchor="ctr">
            <a:normAutofit fontScale="92500" lnSpcReduction="10000"/>
          </a:bodyPr>
          <a:lstStyle/>
          <a:p>
            <a:pPr marL="0" indent="0">
              <a:buNone/>
            </a:pPr>
            <a:r>
              <a:rPr lang="en-US" sz="4000" b="1" dirty="0">
                <a:solidFill>
                  <a:srgbClr val="FFFFFF"/>
                </a:solidFill>
                <a:latin typeface="Barlow Semi Condensed" pitchFamily="34" charset="0"/>
                <a:ea typeface="Barlow Semi Condensed" pitchFamily="34" charset="-122"/>
                <a:cs typeface="Barlow Semi Condensed" pitchFamily="34" charset="-120"/>
              </a:rPr>
              <a:t>Use AI to improve the work, not just finish the task.</a:t>
            </a:r>
            <a:endParaRPr lang="en-US" sz="3000" dirty="0"/>
          </a:p>
        </p:txBody>
      </p:sp>
      <p:sp>
        <p:nvSpPr>
          <p:cNvPr id="3" name="Text 1"/>
          <p:cNvSpPr/>
          <p:nvPr/>
        </p:nvSpPr>
        <p:spPr>
          <a:xfrm>
            <a:off x="670560" y="1219200"/>
            <a:ext cx="10850880" cy="426720"/>
          </a:xfrm>
          <a:prstGeom prst="rect">
            <a:avLst/>
          </a:prstGeom>
          <a:noFill/>
          <a:ln/>
        </p:spPr>
        <p:txBody>
          <a:bodyPr wrap="square" lIns="0" tIns="0" rIns="0" bIns="0" rtlCol="0" anchor="ctr">
            <a:normAutofit/>
          </a:bodyPr>
          <a:lstStyle/>
          <a:p>
            <a:pPr marL="0" indent="0">
              <a:buNone/>
            </a:pPr>
            <a:r>
              <a:rPr lang="en-US" sz="2133" dirty="0">
                <a:solidFill>
                  <a:srgbClr val="BBC4C9"/>
                </a:solidFill>
                <a:latin typeface="Barlow Semi Condensed" pitchFamily="34" charset="0"/>
                <a:ea typeface="Barlow Semi Condensed" pitchFamily="34" charset="-122"/>
                <a:cs typeface="Barlow Semi Condensed" pitchFamily="34" charset="-120"/>
              </a:rPr>
              <a:t>That is the mindset shift for today.</a:t>
            </a:r>
            <a:endParaRPr lang="en-US" sz="1600" dirty="0"/>
          </a:p>
        </p:txBody>
      </p:sp>
      <p:sp>
        <p:nvSpPr>
          <p:cNvPr id="4" name="Text 2"/>
          <p:cNvSpPr/>
          <p:nvPr/>
        </p:nvSpPr>
        <p:spPr>
          <a:xfrm>
            <a:off x="914400" y="2011680"/>
            <a:ext cx="4389120" cy="243840"/>
          </a:xfrm>
          <a:prstGeom prst="rect">
            <a:avLst/>
          </a:prstGeom>
          <a:noFill/>
          <a:ln/>
        </p:spPr>
        <p:txBody>
          <a:bodyPr wrap="square" lIns="508" tIns="508" rIns="508" bIns="508" rtlCol="0" anchor="ctr">
            <a:normAutofit fontScale="92500" lnSpcReduction="10000"/>
          </a:bodyPr>
          <a:lstStyle/>
          <a:p>
            <a:pPr marL="0" indent="0" algn="l">
              <a:buNone/>
            </a:pPr>
            <a:r>
              <a:rPr lang="en-US" b="1" dirty="0">
                <a:solidFill>
                  <a:srgbClr val="BBC4C9"/>
                </a:solidFill>
                <a:latin typeface="Barlow Semi Condensed" pitchFamily="34" charset="0"/>
                <a:ea typeface="Barlow Semi Condensed" pitchFamily="34" charset="-122"/>
                <a:cs typeface="Barlow Semi Condensed" pitchFamily="34" charset="-120"/>
              </a:rPr>
              <a:t>FROM</a:t>
            </a:r>
            <a:endParaRPr lang="en-US" sz="1200" dirty="0"/>
          </a:p>
        </p:txBody>
      </p:sp>
      <p:sp>
        <p:nvSpPr>
          <p:cNvPr id="5" name="Text 3"/>
          <p:cNvSpPr/>
          <p:nvPr/>
        </p:nvSpPr>
        <p:spPr>
          <a:xfrm>
            <a:off x="914400" y="2523744"/>
            <a:ext cx="4267200" cy="414528"/>
          </a:xfrm>
          <a:prstGeom prst="rect">
            <a:avLst/>
          </a:prstGeom>
          <a:noFill/>
          <a:ln/>
        </p:spPr>
        <p:txBody>
          <a:bodyPr wrap="square" lIns="508" tIns="508" rIns="508" bIns="508" rtlCol="0" anchor="ctr">
            <a:normAutofit/>
          </a:bodyPr>
          <a:lstStyle/>
          <a:p>
            <a:pPr marL="0" indent="0" algn="l">
              <a:buNone/>
            </a:pPr>
            <a:r>
              <a:rPr lang="en-US" sz="2666" b="1" dirty="0">
                <a:solidFill>
                  <a:srgbClr val="FFFFFF"/>
                </a:solidFill>
                <a:latin typeface="Barlow Semi Condensed" pitchFamily="34" charset="0"/>
                <a:ea typeface="Barlow Semi Condensed" pitchFamily="34" charset="-122"/>
                <a:cs typeface="Barlow Semi Condensed" pitchFamily="34" charset="-120"/>
              </a:rPr>
              <a:t>Finish today’s task</a:t>
            </a:r>
            <a:endParaRPr lang="en-US" sz="2000" dirty="0"/>
          </a:p>
        </p:txBody>
      </p:sp>
      <p:sp>
        <p:nvSpPr>
          <p:cNvPr id="6" name="Text 4"/>
          <p:cNvSpPr/>
          <p:nvPr/>
        </p:nvSpPr>
        <p:spPr>
          <a:xfrm>
            <a:off x="914400" y="3291840"/>
            <a:ext cx="219456" cy="243840"/>
          </a:xfrm>
          <a:prstGeom prst="rect">
            <a:avLst/>
          </a:prstGeom>
          <a:noFill/>
          <a:ln/>
        </p:spPr>
        <p:txBody>
          <a:bodyPr wrap="square" lIns="508" tIns="508" rIns="508" bIns="508" rtlCol="0" anchor="ctr">
            <a:normAutofit fontScale="92500" lnSpcReduction="10000"/>
          </a:bodyPr>
          <a:lstStyle/>
          <a:p>
            <a:pPr marL="0" indent="0" algn="l">
              <a:buNone/>
            </a:pPr>
            <a:r>
              <a:rPr lang="en-US" sz="1866" b="1" dirty="0">
                <a:solidFill>
                  <a:srgbClr val="03A7A4"/>
                </a:solidFill>
                <a:latin typeface="Barlow Semi Condensed" pitchFamily="34" charset="0"/>
                <a:ea typeface="Barlow Semi Condensed" pitchFamily="34" charset="-122"/>
                <a:cs typeface="Barlow Semi Condensed" pitchFamily="34" charset="-120"/>
              </a:rPr>
              <a:t>•</a:t>
            </a:r>
            <a:endParaRPr lang="en-US" sz="1400" dirty="0"/>
          </a:p>
        </p:txBody>
      </p:sp>
      <p:sp>
        <p:nvSpPr>
          <p:cNvPr id="7" name="Text 5"/>
          <p:cNvSpPr/>
          <p:nvPr/>
        </p:nvSpPr>
        <p:spPr>
          <a:xfrm>
            <a:off x="1280160" y="3279648"/>
            <a:ext cx="3535680" cy="341376"/>
          </a:xfrm>
          <a:prstGeom prst="rect">
            <a:avLst/>
          </a:prstGeom>
          <a:noFill/>
          <a:ln/>
        </p:spPr>
        <p:txBody>
          <a:bodyPr wrap="square" lIns="508" tIns="508" rIns="508" bIns="508" rtlCol="0" anchor="ctr">
            <a:normAutofit/>
          </a:bodyPr>
          <a:lstStyle/>
          <a:p>
            <a:pPr marL="0" indent="0" algn="l">
              <a:buNone/>
            </a:pPr>
            <a:r>
              <a:rPr lang="en-US" sz="1866" dirty="0">
                <a:solidFill>
                  <a:srgbClr val="F4F1ED"/>
                </a:solidFill>
                <a:latin typeface="Barlow Semi Condensed" pitchFamily="34" charset="0"/>
                <a:ea typeface="Barlow Semi Condensed" pitchFamily="34" charset="-122"/>
                <a:cs typeface="Barlow Semi Condensed" pitchFamily="34" charset="-120"/>
              </a:rPr>
              <a:t>Solve today’s problem</a:t>
            </a:r>
            <a:endParaRPr lang="en-US" sz="1400" dirty="0"/>
          </a:p>
        </p:txBody>
      </p:sp>
      <p:sp>
        <p:nvSpPr>
          <p:cNvPr id="8" name="Text 6"/>
          <p:cNvSpPr/>
          <p:nvPr/>
        </p:nvSpPr>
        <p:spPr>
          <a:xfrm>
            <a:off x="914400" y="3755136"/>
            <a:ext cx="219456" cy="243840"/>
          </a:xfrm>
          <a:prstGeom prst="rect">
            <a:avLst/>
          </a:prstGeom>
          <a:noFill/>
          <a:ln/>
        </p:spPr>
        <p:txBody>
          <a:bodyPr wrap="square" lIns="508" tIns="508" rIns="508" bIns="508" rtlCol="0" anchor="ctr">
            <a:normAutofit fontScale="92500" lnSpcReduction="10000"/>
          </a:bodyPr>
          <a:lstStyle/>
          <a:p>
            <a:pPr marL="0" indent="0" algn="l">
              <a:buNone/>
            </a:pPr>
            <a:r>
              <a:rPr lang="en-US" sz="1866" b="1" dirty="0">
                <a:solidFill>
                  <a:srgbClr val="03A7A4"/>
                </a:solidFill>
                <a:latin typeface="Barlow Semi Condensed" pitchFamily="34" charset="0"/>
                <a:ea typeface="Barlow Semi Condensed" pitchFamily="34" charset="-122"/>
                <a:cs typeface="Barlow Semi Condensed" pitchFamily="34" charset="-120"/>
              </a:rPr>
              <a:t>•</a:t>
            </a:r>
            <a:endParaRPr lang="en-US" sz="1400" dirty="0"/>
          </a:p>
        </p:txBody>
      </p:sp>
      <p:sp>
        <p:nvSpPr>
          <p:cNvPr id="9" name="Text 7"/>
          <p:cNvSpPr/>
          <p:nvPr/>
        </p:nvSpPr>
        <p:spPr>
          <a:xfrm>
            <a:off x="1280160" y="3742944"/>
            <a:ext cx="3535680" cy="341376"/>
          </a:xfrm>
          <a:prstGeom prst="rect">
            <a:avLst/>
          </a:prstGeom>
          <a:noFill/>
          <a:ln/>
        </p:spPr>
        <p:txBody>
          <a:bodyPr wrap="square" lIns="508" tIns="508" rIns="508" bIns="508" rtlCol="0" anchor="ctr">
            <a:normAutofit/>
          </a:bodyPr>
          <a:lstStyle/>
          <a:p>
            <a:pPr marL="0" indent="0" algn="l">
              <a:buNone/>
            </a:pPr>
            <a:r>
              <a:rPr lang="en-US" sz="1866" dirty="0">
                <a:solidFill>
                  <a:srgbClr val="F4F1ED"/>
                </a:solidFill>
                <a:latin typeface="Barlow Semi Condensed" pitchFamily="34" charset="0"/>
                <a:ea typeface="Barlow Semi Condensed" pitchFamily="34" charset="-122"/>
                <a:cs typeface="Barlow Semi Condensed" pitchFamily="34" charset="-120"/>
              </a:rPr>
              <a:t>Create one output</a:t>
            </a:r>
            <a:endParaRPr lang="en-US" sz="1400" dirty="0"/>
          </a:p>
        </p:txBody>
      </p:sp>
      <p:sp>
        <p:nvSpPr>
          <p:cNvPr id="10" name="Text 8"/>
          <p:cNvSpPr/>
          <p:nvPr/>
        </p:nvSpPr>
        <p:spPr>
          <a:xfrm>
            <a:off x="914400" y="4218432"/>
            <a:ext cx="219456" cy="243840"/>
          </a:xfrm>
          <a:prstGeom prst="rect">
            <a:avLst/>
          </a:prstGeom>
          <a:noFill/>
          <a:ln/>
        </p:spPr>
        <p:txBody>
          <a:bodyPr wrap="square" lIns="508" tIns="508" rIns="508" bIns="508" rtlCol="0" anchor="ctr">
            <a:normAutofit fontScale="92500" lnSpcReduction="10000"/>
          </a:bodyPr>
          <a:lstStyle/>
          <a:p>
            <a:pPr marL="0" indent="0" algn="l">
              <a:buNone/>
            </a:pPr>
            <a:r>
              <a:rPr lang="en-US" sz="1866" b="1" dirty="0">
                <a:solidFill>
                  <a:srgbClr val="03A7A4"/>
                </a:solidFill>
                <a:latin typeface="Barlow Semi Condensed" pitchFamily="34" charset="0"/>
                <a:ea typeface="Barlow Semi Condensed" pitchFamily="34" charset="-122"/>
                <a:cs typeface="Barlow Semi Condensed" pitchFamily="34" charset="-120"/>
              </a:rPr>
              <a:t>•</a:t>
            </a:r>
            <a:endParaRPr lang="en-US" sz="1400" dirty="0"/>
          </a:p>
        </p:txBody>
      </p:sp>
      <p:sp>
        <p:nvSpPr>
          <p:cNvPr id="11" name="Text 9"/>
          <p:cNvSpPr/>
          <p:nvPr/>
        </p:nvSpPr>
        <p:spPr>
          <a:xfrm>
            <a:off x="1280160" y="4206240"/>
            <a:ext cx="3535680" cy="341376"/>
          </a:xfrm>
          <a:prstGeom prst="rect">
            <a:avLst/>
          </a:prstGeom>
          <a:noFill/>
          <a:ln/>
        </p:spPr>
        <p:txBody>
          <a:bodyPr wrap="square" lIns="508" tIns="508" rIns="508" bIns="508" rtlCol="0" anchor="ctr">
            <a:normAutofit/>
          </a:bodyPr>
          <a:lstStyle/>
          <a:p>
            <a:pPr marL="0" indent="0" algn="l">
              <a:buNone/>
            </a:pPr>
            <a:r>
              <a:rPr lang="en-US" sz="1866" dirty="0">
                <a:solidFill>
                  <a:srgbClr val="F4F1ED"/>
                </a:solidFill>
                <a:latin typeface="Barlow Semi Condensed" pitchFamily="34" charset="0"/>
                <a:ea typeface="Barlow Semi Condensed" pitchFamily="34" charset="-122"/>
                <a:cs typeface="Barlow Semi Condensed" pitchFamily="34" charset="-120"/>
              </a:rPr>
              <a:t>Work faster once</a:t>
            </a:r>
            <a:endParaRPr lang="en-US" sz="1400" dirty="0"/>
          </a:p>
        </p:txBody>
      </p:sp>
      <p:sp>
        <p:nvSpPr>
          <p:cNvPr id="13" name="Text 11"/>
          <p:cNvSpPr/>
          <p:nvPr/>
        </p:nvSpPr>
        <p:spPr>
          <a:xfrm>
            <a:off x="6400800" y="2011680"/>
            <a:ext cx="4389120" cy="243840"/>
          </a:xfrm>
          <a:prstGeom prst="rect">
            <a:avLst/>
          </a:prstGeom>
          <a:noFill/>
          <a:ln/>
        </p:spPr>
        <p:txBody>
          <a:bodyPr wrap="square" lIns="508" tIns="508" rIns="508" bIns="508" rtlCol="0" anchor="ctr">
            <a:normAutofit fontScale="92500" lnSpcReduction="10000"/>
          </a:bodyPr>
          <a:lstStyle/>
          <a:p>
            <a:pPr marL="0" indent="0" algn="l">
              <a:buNone/>
            </a:pPr>
            <a:r>
              <a:rPr lang="en-US" b="1" dirty="0">
                <a:solidFill>
                  <a:srgbClr val="03A7A4"/>
                </a:solidFill>
                <a:latin typeface="Barlow Semi Condensed" pitchFamily="34" charset="0"/>
                <a:ea typeface="Barlow Semi Condensed" pitchFamily="34" charset="-122"/>
                <a:cs typeface="Barlow Semi Condensed" pitchFamily="34" charset="-120"/>
              </a:rPr>
              <a:t>TO</a:t>
            </a:r>
            <a:endParaRPr lang="en-US" sz="1200" dirty="0"/>
          </a:p>
        </p:txBody>
      </p:sp>
      <p:sp>
        <p:nvSpPr>
          <p:cNvPr id="14" name="Text 12"/>
          <p:cNvSpPr/>
          <p:nvPr/>
        </p:nvSpPr>
        <p:spPr>
          <a:xfrm>
            <a:off x="6400800" y="2523744"/>
            <a:ext cx="4511040" cy="414528"/>
          </a:xfrm>
          <a:prstGeom prst="rect">
            <a:avLst/>
          </a:prstGeom>
          <a:noFill/>
          <a:ln/>
        </p:spPr>
        <p:txBody>
          <a:bodyPr wrap="square" lIns="508" tIns="508" rIns="508" bIns="508" rtlCol="0" anchor="ctr">
            <a:normAutofit/>
          </a:bodyPr>
          <a:lstStyle/>
          <a:p>
            <a:pPr marL="0" indent="0" algn="l">
              <a:buNone/>
            </a:pPr>
            <a:r>
              <a:rPr lang="en-US" sz="2666" b="1" dirty="0">
                <a:solidFill>
                  <a:srgbClr val="03A7A4"/>
                </a:solidFill>
                <a:latin typeface="Barlow Semi Condensed" pitchFamily="34" charset="0"/>
                <a:ea typeface="Barlow Semi Condensed" pitchFamily="34" charset="-122"/>
                <a:cs typeface="Barlow Semi Condensed" pitchFamily="34" charset="-120"/>
              </a:rPr>
              <a:t>Improve next week’s workflow</a:t>
            </a:r>
            <a:endParaRPr lang="en-US" sz="2000" dirty="0">
              <a:solidFill>
                <a:srgbClr val="03A7A4"/>
              </a:solidFill>
            </a:endParaRPr>
          </a:p>
        </p:txBody>
      </p:sp>
      <p:sp>
        <p:nvSpPr>
          <p:cNvPr id="15" name="Text 13"/>
          <p:cNvSpPr/>
          <p:nvPr/>
        </p:nvSpPr>
        <p:spPr>
          <a:xfrm>
            <a:off x="6400800" y="3291840"/>
            <a:ext cx="219456" cy="243840"/>
          </a:xfrm>
          <a:prstGeom prst="rect">
            <a:avLst/>
          </a:prstGeom>
          <a:noFill/>
          <a:ln/>
        </p:spPr>
        <p:txBody>
          <a:bodyPr wrap="square" lIns="508" tIns="508" rIns="508" bIns="508" rtlCol="0" anchor="ctr">
            <a:normAutofit fontScale="92500" lnSpcReduction="10000"/>
          </a:bodyPr>
          <a:lstStyle/>
          <a:p>
            <a:pPr marL="0" indent="0" algn="l">
              <a:buNone/>
            </a:pPr>
            <a:r>
              <a:rPr lang="en-US" sz="1866" b="1" dirty="0">
                <a:solidFill>
                  <a:srgbClr val="03A7A4"/>
                </a:solidFill>
                <a:latin typeface="Barlow Semi Condensed" pitchFamily="34" charset="0"/>
                <a:ea typeface="Barlow Semi Condensed" pitchFamily="34" charset="-122"/>
                <a:cs typeface="Barlow Semi Condensed" pitchFamily="34" charset="-120"/>
              </a:rPr>
              <a:t>•</a:t>
            </a:r>
            <a:endParaRPr lang="en-US" sz="1400" dirty="0"/>
          </a:p>
        </p:txBody>
      </p:sp>
      <p:sp>
        <p:nvSpPr>
          <p:cNvPr id="16" name="Text 14"/>
          <p:cNvSpPr/>
          <p:nvPr/>
        </p:nvSpPr>
        <p:spPr>
          <a:xfrm>
            <a:off x="6766560" y="3279648"/>
            <a:ext cx="3779520" cy="341376"/>
          </a:xfrm>
          <a:prstGeom prst="rect">
            <a:avLst/>
          </a:prstGeom>
          <a:noFill/>
          <a:ln/>
        </p:spPr>
        <p:txBody>
          <a:bodyPr wrap="square" lIns="508" tIns="508" rIns="508" bIns="508" rtlCol="0" anchor="ctr">
            <a:normAutofit/>
          </a:bodyPr>
          <a:lstStyle/>
          <a:p>
            <a:pPr marL="0" indent="0" algn="l">
              <a:buNone/>
            </a:pPr>
            <a:r>
              <a:rPr lang="en-US" sz="1866" dirty="0">
                <a:solidFill>
                  <a:srgbClr val="F4F1ED"/>
                </a:solidFill>
                <a:latin typeface="Barlow Semi Condensed" pitchFamily="34" charset="0"/>
                <a:ea typeface="Barlow Semi Condensed" pitchFamily="34" charset="-122"/>
                <a:cs typeface="Barlow Semi Condensed" pitchFamily="34" charset="-120"/>
              </a:rPr>
              <a:t>Reduce future effort</a:t>
            </a:r>
            <a:endParaRPr lang="en-US" sz="1400" dirty="0"/>
          </a:p>
        </p:txBody>
      </p:sp>
      <p:sp>
        <p:nvSpPr>
          <p:cNvPr id="17" name="Text 15"/>
          <p:cNvSpPr/>
          <p:nvPr/>
        </p:nvSpPr>
        <p:spPr>
          <a:xfrm>
            <a:off x="6400800" y="3755136"/>
            <a:ext cx="219456" cy="243840"/>
          </a:xfrm>
          <a:prstGeom prst="rect">
            <a:avLst/>
          </a:prstGeom>
          <a:noFill/>
          <a:ln/>
        </p:spPr>
        <p:txBody>
          <a:bodyPr wrap="square" lIns="508" tIns="508" rIns="508" bIns="508" rtlCol="0" anchor="ctr">
            <a:normAutofit fontScale="92500" lnSpcReduction="10000"/>
          </a:bodyPr>
          <a:lstStyle/>
          <a:p>
            <a:pPr marL="0" indent="0" algn="l">
              <a:buNone/>
            </a:pPr>
            <a:r>
              <a:rPr lang="en-US" sz="1866" b="1" dirty="0">
                <a:solidFill>
                  <a:srgbClr val="03A7A4"/>
                </a:solidFill>
                <a:latin typeface="Barlow Semi Condensed" pitchFamily="34" charset="0"/>
                <a:ea typeface="Barlow Semi Condensed" pitchFamily="34" charset="-122"/>
                <a:cs typeface="Barlow Semi Condensed" pitchFamily="34" charset="-120"/>
              </a:rPr>
              <a:t>•</a:t>
            </a:r>
            <a:endParaRPr lang="en-US" sz="1400" dirty="0"/>
          </a:p>
        </p:txBody>
      </p:sp>
      <p:sp>
        <p:nvSpPr>
          <p:cNvPr id="18" name="Text 16"/>
          <p:cNvSpPr/>
          <p:nvPr/>
        </p:nvSpPr>
        <p:spPr>
          <a:xfrm>
            <a:off x="6766560" y="3742944"/>
            <a:ext cx="3779520" cy="341376"/>
          </a:xfrm>
          <a:prstGeom prst="rect">
            <a:avLst/>
          </a:prstGeom>
          <a:noFill/>
          <a:ln/>
        </p:spPr>
        <p:txBody>
          <a:bodyPr wrap="square" lIns="508" tIns="508" rIns="508" bIns="508" rtlCol="0" anchor="ctr">
            <a:normAutofit/>
          </a:bodyPr>
          <a:lstStyle/>
          <a:p>
            <a:pPr marL="0" indent="0" algn="l">
              <a:buNone/>
            </a:pPr>
            <a:r>
              <a:rPr lang="en-US" sz="1866" dirty="0">
                <a:solidFill>
                  <a:srgbClr val="F4F1ED"/>
                </a:solidFill>
                <a:latin typeface="Barlow Semi Condensed" pitchFamily="34" charset="0"/>
                <a:ea typeface="Barlow Semi Condensed" pitchFamily="34" charset="-122"/>
                <a:cs typeface="Barlow Semi Condensed" pitchFamily="34" charset="-120"/>
              </a:rPr>
              <a:t>Create something reusable</a:t>
            </a:r>
            <a:endParaRPr lang="en-US" sz="1400" dirty="0"/>
          </a:p>
        </p:txBody>
      </p:sp>
      <p:sp>
        <p:nvSpPr>
          <p:cNvPr id="19" name="Text 17"/>
          <p:cNvSpPr/>
          <p:nvPr/>
        </p:nvSpPr>
        <p:spPr>
          <a:xfrm>
            <a:off x="6400800" y="4218432"/>
            <a:ext cx="219456" cy="243840"/>
          </a:xfrm>
          <a:prstGeom prst="rect">
            <a:avLst/>
          </a:prstGeom>
          <a:noFill/>
          <a:ln/>
        </p:spPr>
        <p:txBody>
          <a:bodyPr wrap="square" lIns="508" tIns="508" rIns="508" bIns="508" rtlCol="0" anchor="ctr">
            <a:normAutofit fontScale="92500" lnSpcReduction="10000"/>
          </a:bodyPr>
          <a:lstStyle/>
          <a:p>
            <a:pPr marL="0" indent="0" algn="l">
              <a:buNone/>
            </a:pPr>
            <a:r>
              <a:rPr lang="en-US" sz="1866" b="1" dirty="0">
                <a:solidFill>
                  <a:srgbClr val="03A7A4"/>
                </a:solidFill>
                <a:latin typeface="Barlow Semi Condensed" pitchFamily="34" charset="0"/>
                <a:ea typeface="Barlow Semi Condensed" pitchFamily="34" charset="-122"/>
                <a:cs typeface="Barlow Semi Condensed" pitchFamily="34" charset="-120"/>
              </a:rPr>
              <a:t>•</a:t>
            </a:r>
            <a:endParaRPr lang="en-US" sz="1400" dirty="0"/>
          </a:p>
        </p:txBody>
      </p:sp>
      <p:sp>
        <p:nvSpPr>
          <p:cNvPr id="20" name="Text 18"/>
          <p:cNvSpPr/>
          <p:nvPr/>
        </p:nvSpPr>
        <p:spPr>
          <a:xfrm>
            <a:off x="6766560" y="4206240"/>
            <a:ext cx="3779520" cy="341376"/>
          </a:xfrm>
          <a:prstGeom prst="rect">
            <a:avLst/>
          </a:prstGeom>
          <a:noFill/>
          <a:ln/>
        </p:spPr>
        <p:txBody>
          <a:bodyPr wrap="square" lIns="508" tIns="508" rIns="508" bIns="508" rtlCol="0" anchor="ctr">
            <a:normAutofit/>
          </a:bodyPr>
          <a:lstStyle/>
          <a:p>
            <a:pPr marL="0" indent="0" algn="l">
              <a:buNone/>
            </a:pPr>
            <a:r>
              <a:rPr lang="en-US" sz="1866" dirty="0">
                <a:solidFill>
                  <a:srgbClr val="F4F1ED"/>
                </a:solidFill>
                <a:latin typeface="Barlow Semi Condensed" pitchFamily="34" charset="0"/>
                <a:ea typeface="Barlow Semi Condensed" pitchFamily="34" charset="-122"/>
                <a:cs typeface="Barlow Semi Condensed" pitchFamily="34" charset="-120"/>
              </a:rPr>
              <a:t>Work better every time</a:t>
            </a:r>
            <a:endParaRPr lang="en-US" sz="1400" dirty="0"/>
          </a:p>
        </p:txBody>
      </p:sp>
      <p:sp>
        <p:nvSpPr>
          <p:cNvPr id="21" name="Shape 19"/>
          <p:cNvSpPr/>
          <p:nvPr/>
        </p:nvSpPr>
        <p:spPr>
          <a:xfrm>
            <a:off x="914400" y="5266944"/>
            <a:ext cx="10363200" cy="512064"/>
          </a:xfrm>
          <a:prstGeom prst="roundRect">
            <a:avLst>
              <a:gd name="adj" fmla="val 14286"/>
            </a:avLst>
          </a:prstGeom>
          <a:solidFill>
            <a:srgbClr val="F9FF0D"/>
          </a:solidFill>
          <a:ln w="16933">
            <a:solidFill>
              <a:srgbClr val="F9FF0D">
                <a:alpha val="0"/>
              </a:srgbClr>
            </a:solidFill>
            <a:prstDash val="solid"/>
          </a:ln>
        </p:spPr>
        <p:txBody>
          <a:bodyPr/>
          <a:lstStyle/>
          <a:p>
            <a:endParaRPr/>
          </a:p>
        </p:txBody>
      </p:sp>
      <p:sp>
        <p:nvSpPr>
          <p:cNvPr id="22" name="Text 20"/>
          <p:cNvSpPr/>
          <p:nvPr/>
        </p:nvSpPr>
        <p:spPr>
          <a:xfrm>
            <a:off x="1109472" y="5413248"/>
            <a:ext cx="9973056" cy="219456"/>
          </a:xfrm>
          <a:prstGeom prst="rect">
            <a:avLst/>
          </a:prstGeom>
          <a:noFill/>
          <a:ln/>
        </p:spPr>
        <p:txBody>
          <a:bodyPr wrap="square" lIns="508" tIns="508" rIns="508" bIns="508" rtlCol="0" anchor="ctr">
            <a:normAutofit fontScale="85000" lnSpcReduction="20000"/>
          </a:bodyPr>
          <a:lstStyle/>
          <a:p>
            <a:pPr marL="0" indent="0" algn="ctr">
              <a:buNone/>
            </a:pPr>
            <a:r>
              <a:rPr lang="en-US" sz="2000" b="1" dirty="0">
                <a:solidFill>
                  <a:srgbClr val="1B1C19"/>
                </a:solidFill>
                <a:latin typeface="Barlow Semi Condensed" pitchFamily="34" charset="0"/>
                <a:ea typeface="Barlow Semi Condensed" pitchFamily="34" charset="-122"/>
                <a:cs typeface="Barlow Semi Condensed" pitchFamily="34" charset="-120"/>
              </a:rPr>
              <a:t>Today’s question: “How can AI improve this workflow every time it comes back?”</a:t>
            </a:r>
            <a:endParaRPr lang="en-US" sz="1500" dirty="0"/>
          </a:p>
        </p:txBody>
      </p:sp>
      <p:pic>
        <p:nvPicPr>
          <p:cNvPr id="23" name="Image 0" descr="/home/oai/skills/fabletics-deck/assets/logos/F-Icon-White.png"/>
          <p:cNvPicPr>
            <a:picLocks noChangeAspect="1"/>
          </p:cNvPicPr>
          <p:nvPr/>
        </p:nvPicPr>
        <p:blipFill>
          <a:blip r:embed="rId3"/>
          <a:stretch>
            <a:fillRect/>
          </a:stretch>
        </p:blipFill>
        <p:spPr>
          <a:xfrm>
            <a:off x="426720" y="6278880"/>
            <a:ext cx="341376" cy="304800"/>
          </a:xfrm>
          <a:prstGeom prst="rect">
            <a:avLst/>
          </a:prstGeom>
        </p:spPr>
      </p:pic>
      <p:sp>
        <p:nvSpPr>
          <p:cNvPr id="24" name="Text 21"/>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FFFFFF"/>
                </a:solidFill>
                <a:latin typeface="Barlow Semi Condensed" pitchFamily="34" charset="0"/>
                <a:ea typeface="Barlow Semi Condensed" pitchFamily="34" charset="-122"/>
                <a:cs typeface="Barlow Semi Condensed" pitchFamily="34" charset="-120"/>
              </a:rPr>
              <a:t>CONFIDENTIAL        4</a:t>
            </a:r>
            <a:endParaRPr lang="en-US" sz="800" dirty="0"/>
          </a:p>
        </p:txBody>
      </p:sp>
      <p:sp>
        <p:nvSpPr>
          <p:cNvPr id="25" name="Isosceles Triangle 24">
            <a:extLst>
              <a:ext uri="{FF2B5EF4-FFF2-40B4-BE49-F238E27FC236}">
                <a16:creationId xmlns:a16="http://schemas.microsoft.com/office/drawing/2014/main" id="{885D5FA7-EF2B-4BA4-78B6-2F03EBD167C2}"/>
              </a:ext>
            </a:extLst>
          </p:cNvPr>
          <p:cNvSpPr/>
          <p:nvPr/>
        </p:nvSpPr>
        <p:spPr>
          <a:xfrm rot="5400000">
            <a:off x="4319281" y="3121947"/>
            <a:ext cx="1900362" cy="536448"/>
          </a:xfrm>
          <a:prstGeom prst="triangl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1ED"/>
        </a:solidFill>
        <a:effectLst/>
      </p:bgPr>
    </p:bg>
    <p:spTree>
      <p:nvGrpSpPr>
        <p:cNvPr id="1" name=""/>
        <p:cNvGrpSpPr/>
        <p:nvPr/>
      </p:nvGrpSpPr>
      <p:grpSpPr>
        <a:xfrm>
          <a:off x="0" y="0"/>
          <a:ext cx="0" cy="0"/>
          <a:chOff x="0" y="0"/>
          <a:chExt cx="0" cy="0"/>
        </a:xfrm>
      </p:grpSpPr>
      <p:sp>
        <p:nvSpPr>
          <p:cNvPr id="2" name="Text 0"/>
          <p:cNvSpPr/>
          <p:nvPr/>
        </p:nvSpPr>
        <p:spPr>
          <a:xfrm>
            <a:off x="670560" y="463296"/>
            <a:ext cx="10850880" cy="512064"/>
          </a:xfrm>
          <a:prstGeom prst="rect">
            <a:avLst/>
          </a:prstGeom>
          <a:noFill/>
          <a:ln/>
        </p:spPr>
        <p:txBody>
          <a:bodyPr wrap="square" lIns="0" tIns="0" rIns="0" bIns="0" rtlCol="0" anchor="ctr">
            <a:normAutofit lnSpcReduction="10000"/>
          </a:bodyPr>
          <a:lstStyle/>
          <a:p>
            <a:pPr marL="0" indent="0">
              <a:buNone/>
            </a:pPr>
            <a:r>
              <a:rPr lang="en-US" sz="3600" b="1" dirty="0">
                <a:solidFill>
                  <a:srgbClr val="1B1C19"/>
                </a:solidFill>
                <a:latin typeface="Barlow Semi Condensed" pitchFamily="34" charset="0"/>
                <a:ea typeface="Barlow Semi Condensed" pitchFamily="34" charset="-122"/>
                <a:cs typeface="Barlow Semi Condensed" pitchFamily="34" charset="-120"/>
              </a:rPr>
              <a:t>First, understand the work before thinking about AI.</a:t>
            </a:r>
            <a:endParaRPr lang="en-US" sz="2700" dirty="0"/>
          </a:p>
        </p:txBody>
      </p:sp>
      <p:sp>
        <p:nvSpPr>
          <p:cNvPr id="3" name="Text 1"/>
          <p:cNvSpPr/>
          <p:nvPr/>
        </p:nvSpPr>
        <p:spPr>
          <a:xfrm>
            <a:off x="792480" y="999744"/>
            <a:ext cx="4023360" cy="268224"/>
          </a:xfrm>
          <a:prstGeom prst="rect">
            <a:avLst/>
          </a:prstGeom>
          <a:noFill/>
          <a:ln/>
        </p:spPr>
        <p:txBody>
          <a:bodyPr wrap="square" lIns="508" tIns="508" rIns="508" bIns="508" rtlCol="0" anchor="ctr">
            <a:normAutofit/>
          </a:bodyPr>
          <a:lstStyle/>
          <a:p>
            <a:pPr marL="0" indent="0" algn="l">
              <a:buNone/>
            </a:pPr>
            <a:r>
              <a:rPr lang="en-US" sz="1466" b="1" dirty="0">
                <a:solidFill>
                  <a:srgbClr val="81817F"/>
                </a:solidFill>
                <a:latin typeface="Barlow Semi Condensed" pitchFamily="34" charset="0"/>
                <a:ea typeface="Barlow Semi Condensed" pitchFamily="34" charset="-122"/>
                <a:cs typeface="Barlow Semi Condensed" pitchFamily="34" charset="-120"/>
              </a:rPr>
              <a:t>Workflow Improvement Canvas</a:t>
            </a:r>
            <a:endParaRPr lang="en-US" sz="1100" dirty="0"/>
          </a:p>
        </p:txBody>
      </p:sp>
      <p:sp>
        <p:nvSpPr>
          <p:cNvPr id="4" name="Shape 2"/>
          <p:cNvSpPr/>
          <p:nvPr/>
        </p:nvSpPr>
        <p:spPr>
          <a:xfrm>
            <a:off x="792480" y="1280160"/>
            <a:ext cx="268224" cy="268224"/>
          </a:xfrm>
          <a:prstGeom prst="ellipse">
            <a:avLst/>
          </a:prstGeom>
          <a:solidFill>
            <a:srgbClr val="03A7A4"/>
          </a:solidFill>
          <a:ln w="20320">
            <a:solidFill>
              <a:srgbClr val="03A7A4"/>
            </a:solidFill>
            <a:prstDash val="solid"/>
          </a:ln>
        </p:spPr>
        <p:txBody>
          <a:bodyPr/>
          <a:lstStyle/>
          <a:p>
            <a:endParaRPr/>
          </a:p>
        </p:txBody>
      </p:sp>
      <p:sp>
        <p:nvSpPr>
          <p:cNvPr id="5" name="Shape 3"/>
          <p:cNvSpPr/>
          <p:nvPr/>
        </p:nvSpPr>
        <p:spPr>
          <a:xfrm>
            <a:off x="1097280" y="1414272"/>
            <a:ext cx="1719072" cy="0"/>
          </a:xfrm>
          <a:prstGeom prst="line">
            <a:avLst/>
          </a:prstGeom>
          <a:noFill/>
          <a:ln w="18627">
            <a:solidFill>
              <a:srgbClr val="BBC4C9"/>
            </a:solidFill>
            <a:prstDash val="solid"/>
            <a:headEnd type="none"/>
            <a:tailEnd type="triangle"/>
          </a:ln>
        </p:spPr>
        <p:txBody>
          <a:bodyPr/>
          <a:lstStyle/>
          <a:p>
            <a:endParaRPr/>
          </a:p>
        </p:txBody>
      </p:sp>
      <p:sp>
        <p:nvSpPr>
          <p:cNvPr id="6" name="Text 4"/>
          <p:cNvSpPr/>
          <p:nvPr/>
        </p:nvSpPr>
        <p:spPr>
          <a:xfrm>
            <a:off x="426720" y="1609344"/>
            <a:ext cx="999744" cy="243840"/>
          </a:xfrm>
          <a:prstGeom prst="rect">
            <a:avLst/>
          </a:prstGeom>
          <a:noFill/>
          <a:ln/>
        </p:spPr>
        <p:txBody>
          <a:bodyPr wrap="square" lIns="508" tIns="508" rIns="508" bIns="508" rtlCol="0" anchor="ctr">
            <a:normAutofit/>
          </a:bodyPr>
          <a:lstStyle/>
          <a:p>
            <a:pPr marL="0" indent="0" algn="ctr">
              <a:buNone/>
            </a:pPr>
            <a:r>
              <a:rPr lang="en-US" sz="1266" b="1" dirty="0">
                <a:solidFill>
                  <a:srgbClr val="03A7A4"/>
                </a:solidFill>
                <a:latin typeface="Barlow Semi Condensed" pitchFamily="34" charset="0"/>
                <a:ea typeface="Barlow Semi Condensed" pitchFamily="34" charset="-122"/>
                <a:cs typeface="Barlow Semi Condensed" pitchFamily="34" charset="-120"/>
              </a:rPr>
              <a:t>Understand</a:t>
            </a:r>
            <a:endParaRPr lang="en-US" sz="950" dirty="0"/>
          </a:p>
        </p:txBody>
      </p:sp>
      <p:sp>
        <p:nvSpPr>
          <p:cNvPr id="7" name="Shape 5"/>
          <p:cNvSpPr/>
          <p:nvPr/>
        </p:nvSpPr>
        <p:spPr>
          <a:xfrm>
            <a:off x="2926080" y="1280160"/>
            <a:ext cx="268224" cy="268224"/>
          </a:xfrm>
          <a:prstGeom prst="ellipse">
            <a:avLst/>
          </a:prstGeom>
          <a:solidFill>
            <a:srgbClr val="FFFFFF"/>
          </a:solidFill>
          <a:ln w="20320">
            <a:solidFill>
              <a:srgbClr val="BBC4C9"/>
            </a:solidFill>
            <a:prstDash val="solid"/>
          </a:ln>
        </p:spPr>
        <p:txBody>
          <a:bodyPr/>
          <a:lstStyle/>
          <a:p>
            <a:endParaRPr/>
          </a:p>
        </p:txBody>
      </p:sp>
      <p:sp>
        <p:nvSpPr>
          <p:cNvPr id="8" name="Shape 6"/>
          <p:cNvSpPr/>
          <p:nvPr/>
        </p:nvSpPr>
        <p:spPr>
          <a:xfrm>
            <a:off x="3230880" y="1414272"/>
            <a:ext cx="1719072" cy="0"/>
          </a:xfrm>
          <a:prstGeom prst="line">
            <a:avLst/>
          </a:prstGeom>
          <a:noFill/>
          <a:ln w="18627">
            <a:solidFill>
              <a:srgbClr val="BBC4C9"/>
            </a:solidFill>
            <a:prstDash val="solid"/>
            <a:headEnd type="none"/>
            <a:tailEnd type="triangle"/>
          </a:ln>
        </p:spPr>
        <p:txBody>
          <a:bodyPr/>
          <a:lstStyle/>
          <a:p>
            <a:endParaRPr/>
          </a:p>
        </p:txBody>
      </p:sp>
      <p:sp>
        <p:nvSpPr>
          <p:cNvPr id="9" name="Text 7"/>
          <p:cNvSpPr/>
          <p:nvPr/>
        </p:nvSpPr>
        <p:spPr>
          <a:xfrm>
            <a:off x="25603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Spot</a:t>
            </a:r>
            <a:endParaRPr lang="en-US" sz="950" dirty="0"/>
          </a:p>
        </p:txBody>
      </p:sp>
      <p:sp>
        <p:nvSpPr>
          <p:cNvPr id="10" name="Shape 8"/>
          <p:cNvSpPr/>
          <p:nvPr/>
        </p:nvSpPr>
        <p:spPr>
          <a:xfrm>
            <a:off x="5059680" y="1280160"/>
            <a:ext cx="268224" cy="268224"/>
          </a:xfrm>
          <a:prstGeom prst="ellipse">
            <a:avLst/>
          </a:prstGeom>
          <a:solidFill>
            <a:srgbClr val="FFFFFF"/>
          </a:solidFill>
          <a:ln w="20320">
            <a:solidFill>
              <a:srgbClr val="BBC4C9"/>
            </a:solidFill>
            <a:prstDash val="solid"/>
          </a:ln>
        </p:spPr>
        <p:txBody>
          <a:bodyPr/>
          <a:lstStyle/>
          <a:p>
            <a:endParaRPr/>
          </a:p>
        </p:txBody>
      </p:sp>
      <p:sp>
        <p:nvSpPr>
          <p:cNvPr id="11" name="Shape 9"/>
          <p:cNvSpPr/>
          <p:nvPr/>
        </p:nvSpPr>
        <p:spPr>
          <a:xfrm>
            <a:off x="53644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2" name="Text 10"/>
          <p:cNvSpPr/>
          <p:nvPr/>
        </p:nvSpPr>
        <p:spPr>
          <a:xfrm>
            <a:off x="46939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Choose</a:t>
            </a:r>
            <a:endParaRPr lang="en-US" sz="950" dirty="0"/>
          </a:p>
        </p:txBody>
      </p:sp>
      <p:sp>
        <p:nvSpPr>
          <p:cNvPr id="13" name="Shape 11"/>
          <p:cNvSpPr/>
          <p:nvPr/>
        </p:nvSpPr>
        <p:spPr>
          <a:xfrm>
            <a:off x="7193280" y="1280160"/>
            <a:ext cx="268224" cy="268224"/>
          </a:xfrm>
          <a:prstGeom prst="ellipse">
            <a:avLst/>
          </a:prstGeom>
          <a:solidFill>
            <a:srgbClr val="FFFFFF"/>
          </a:solidFill>
          <a:ln w="20320">
            <a:solidFill>
              <a:srgbClr val="BBC4C9"/>
            </a:solidFill>
            <a:prstDash val="solid"/>
          </a:ln>
        </p:spPr>
        <p:txBody>
          <a:bodyPr/>
          <a:lstStyle/>
          <a:p>
            <a:endParaRPr/>
          </a:p>
        </p:txBody>
      </p:sp>
      <p:sp>
        <p:nvSpPr>
          <p:cNvPr id="14" name="Shape 12"/>
          <p:cNvSpPr/>
          <p:nvPr/>
        </p:nvSpPr>
        <p:spPr>
          <a:xfrm>
            <a:off x="74980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5" name="Text 13"/>
          <p:cNvSpPr/>
          <p:nvPr/>
        </p:nvSpPr>
        <p:spPr>
          <a:xfrm>
            <a:off x="68275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Create</a:t>
            </a:r>
            <a:endParaRPr lang="en-US" sz="950" dirty="0"/>
          </a:p>
        </p:txBody>
      </p:sp>
      <p:sp>
        <p:nvSpPr>
          <p:cNvPr id="16" name="Shape 14"/>
          <p:cNvSpPr/>
          <p:nvPr/>
        </p:nvSpPr>
        <p:spPr>
          <a:xfrm>
            <a:off x="9326880" y="1280160"/>
            <a:ext cx="268224" cy="268224"/>
          </a:xfrm>
          <a:prstGeom prst="ellipse">
            <a:avLst/>
          </a:prstGeom>
          <a:solidFill>
            <a:srgbClr val="FFFFFF"/>
          </a:solidFill>
          <a:ln w="20320">
            <a:solidFill>
              <a:srgbClr val="BBC4C9"/>
            </a:solidFill>
            <a:prstDash val="solid"/>
          </a:ln>
        </p:spPr>
        <p:txBody>
          <a:bodyPr/>
          <a:lstStyle/>
          <a:p>
            <a:endParaRPr/>
          </a:p>
        </p:txBody>
      </p:sp>
      <p:sp>
        <p:nvSpPr>
          <p:cNvPr id="17" name="Text 15"/>
          <p:cNvSpPr/>
          <p:nvPr/>
        </p:nvSpPr>
        <p:spPr>
          <a:xfrm>
            <a:off x="89611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Commit</a:t>
            </a:r>
            <a:endParaRPr lang="en-US" sz="950" dirty="0"/>
          </a:p>
        </p:txBody>
      </p:sp>
      <p:sp>
        <p:nvSpPr>
          <p:cNvPr id="20" name="Text 17"/>
          <p:cNvSpPr/>
          <p:nvPr/>
        </p:nvSpPr>
        <p:spPr>
          <a:xfrm>
            <a:off x="7559040" y="4873087"/>
            <a:ext cx="3596640" cy="268224"/>
          </a:xfrm>
          <a:prstGeom prst="rect">
            <a:avLst/>
          </a:prstGeom>
          <a:noFill/>
          <a:ln/>
        </p:spPr>
        <p:txBody>
          <a:bodyPr wrap="square" lIns="508" tIns="508" rIns="508" bIns="508" rtlCol="0" anchor="ctr">
            <a:normAutofit/>
          </a:bodyPr>
          <a:lstStyle/>
          <a:p>
            <a:pPr marL="0" indent="0" algn="ctr">
              <a:buNone/>
            </a:pPr>
            <a:r>
              <a:rPr lang="en-US" sz="1333" b="1" dirty="0">
                <a:solidFill>
                  <a:srgbClr val="81817F"/>
                </a:solidFill>
                <a:latin typeface="Barlow Semi Condensed" pitchFamily="34" charset="0"/>
                <a:ea typeface="Barlow Semi Condensed" pitchFamily="34" charset="-122"/>
                <a:cs typeface="Barlow Semi Condensed" pitchFamily="34" charset="-120"/>
              </a:rPr>
              <a:t>Canvas Section 1</a:t>
            </a:r>
            <a:endParaRPr lang="en-US" sz="1000" dirty="0"/>
          </a:p>
        </p:txBody>
      </p:sp>
      <p:sp>
        <p:nvSpPr>
          <p:cNvPr id="21" name="Text 18"/>
          <p:cNvSpPr/>
          <p:nvPr/>
        </p:nvSpPr>
        <p:spPr>
          <a:xfrm>
            <a:off x="792480" y="1948596"/>
            <a:ext cx="1767840" cy="292608"/>
          </a:xfrm>
          <a:prstGeom prst="rect">
            <a:avLst/>
          </a:prstGeom>
          <a:solidFill>
            <a:srgbClr val="1B1C19"/>
          </a:solidFill>
          <a:ln>
            <a:solidFill>
              <a:srgbClr val="1B1C19"/>
            </a:solidFill>
          </a:ln>
        </p:spPr>
        <p:txBody>
          <a:bodyPr wrap="square" lIns="381" tIns="381" rIns="381" bIns="381" rtlCol="0" anchor="ctr"/>
          <a:lstStyle/>
          <a:p>
            <a:pPr marL="0" indent="0" algn="ctr">
              <a:buNone/>
            </a:pPr>
            <a:r>
              <a:rPr lang="en-US" sz="1466" b="1" dirty="0">
                <a:solidFill>
                  <a:srgbClr val="FFFFFF"/>
                </a:solidFill>
                <a:latin typeface="Barlow Semi Condensed" pitchFamily="34" charset="0"/>
                <a:ea typeface="Barlow Semi Condensed" pitchFamily="34" charset="-122"/>
                <a:cs typeface="Barlow Semi Condensed" pitchFamily="34" charset="-120"/>
              </a:rPr>
              <a:t>10–12 MINUTES</a:t>
            </a:r>
            <a:endParaRPr lang="en-US" sz="1100" dirty="0"/>
          </a:p>
        </p:txBody>
      </p:sp>
      <p:sp>
        <p:nvSpPr>
          <p:cNvPr id="22" name="Text 19"/>
          <p:cNvSpPr/>
          <p:nvPr/>
        </p:nvSpPr>
        <p:spPr>
          <a:xfrm>
            <a:off x="792480" y="2377440"/>
            <a:ext cx="4145280" cy="243840"/>
          </a:xfrm>
          <a:prstGeom prst="rect">
            <a:avLst/>
          </a:prstGeom>
          <a:noFill/>
          <a:ln/>
        </p:spPr>
        <p:txBody>
          <a:bodyPr wrap="square" lIns="508" tIns="508" rIns="508" bIns="508" rtlCol="0" anchor="ctr">
            <a:normAutofit/>
          </a:bodyPr>
          <a:lstStyle/>
          <a:p>
            <a:pPr marL="0" indent="0" algn="l">
              <a:buNone/>
            </a:pPr>
            <a:r>
              <a:rPr lang="en-US" sz="1333" b="1" dirty="0">
                <a:solidFill>
                  <a:srgbClr val="03A7A4"/>
                </a:solidFill>
                <a:latin typeface="Barlow Semi Condensed" pitchFamily="34" charset="0"/>
                <a:ea typeface="Barlow Semi Condensed" pitchFamily="34" charset="-122"/>
                <a:cs typeface="Barlow Semi Condensed" pitchFamily="34" charset="-120"/>
              </a:rPr>
              <a:t>COMPLETE SECTION 1</a:t>
            </a:r>
            <a:endParaRPr lang="en-US" sz="1000" dirty="0"/>
          </a:p>
        </p:txBody>
      </p:sp>
      <p:sp>
        <p:nvSpPr>
          <p:cNvPr id="23" name="Shape 20"/>
          <p:cNvSpPr/>
          <p:nvPr/>
        </p:nvSpPr>
        <p:spPr>
          <a:xfrm>
            <a:off x="829056" y="2865120"/>
            <a:ext cx="268224" cy="268224"/>
          </a:xfrm>
          <a:prstGeom prst="ellipse">
            <a:avLst/>
          </a:prstGeom>
          <a:solidFill>
            <a:srgbClr val="03A7A4"/>
          </a:solidFill>
          <a:ln w="16933">
            <a:solidFill>
              <a:srgbClr val="03A7A4"/>
            </a:solidFill>
            <a:prstDash val="solid"/>
          </a:ln>
        </p:spPr>
        <p:txBody>
          <a:bodyPr/>
          <a:lstStyle/>
          <a:p>
            <a:endParaRPr/>
          </a:p>
        </p:txBody>
      </p:sp>
      <p:sp>
        <p:nvSpPr>
          <p:cNvPr id="24" name="Text 21"/>
          <p:cNvSpPr/>
          <p:nvPr/>
        </p:nvSpPr>
        <p:spPr>
          <a:xfrm>
            <a:off x="877824" y="2895600"/>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1</a:t>
            </a:r>
            <a:endParaRPr lang="en-US" sz="800" dirty="0"/>
          </a:p>
        </p:txBody>
      </p:sp>
      <p:sp>
        <p:nvSpPr>
          <p:cNvPr id="25" name="Text 22"/>
          <p:cNvSpPr/>
          <p:nvPr/>
        </p:nvSpPr>
        <p:spPr>
          <a:xfrm>
            <a:off x="1194816" y="2852928"/>
            <a:ext cx="5608320" cy="341376"/>
          </a:xfrm>
          <a:prstGeom prst="rect">
            <a:avLst/>
          </a:prstGeom>
          <a:noFill/>
          <a:ln/>
        </p:spPr>
        <p:txBody>
          <a:bodyPr wrap="square" lIns="508" tIns="508" rIns="508" bIns="508" rtlCol="0" anchor="ctr">
            <a:normAutofit/>
          </a:bodyPr>
          <a:lstStyle/>
          <a:p>
            <a:pPr marL="0" indent="0" algn="l">
              <a:buNone/>
            </a:pPr>
            <a:r>
              <a:rPr lang="en-US" sz="2133" dirty="0">
                <a:solidFill>
                  <a:srgbClr val="1B1C19"/>
                </a:solidFill>
                <a:latin typeface="Barlow Semi Condensed" pitchFamily="34" charset="0"/>
                <a:ea typeface="Barlow Semi Condensed" pitchFamily="34" charset="-122"/>
                <a:cs typeface="Barlow Semi Condensed" pitchFamily="34" charset="-120"/>
              </a:rPr>
              <a:t>Choose one repeatable workflow</a:t>
            </a:r>
            <a:endParaRPr lang="en-US" sz="1600" dirty="0"/>
          </a:p>
        </p:txBody>
      </p:sp>
      <p:sp>
        <p:nvSpPr>
          <p:cNvPr id="26" name="Shape 23"/>
          <p:cNvSpPr/>
          <p:nvPr/>
        </p:nvSpPr>
        <p:spPr>
          <a:xfrm>
            <a:off x="829056" y="3499104"/>
            <a:ext cx="268224" cy="268224"/>
          </a:xfrm>
          <a:prstGeom prst="ellipse">
            <a:avLst/>
          </a:prstGeom>
          <a:solidFill>
            <a:srgbClr val="03A7A4"/>
          </a:solidFill>
          <a:ln w="16933">
            <a:solidFill>
              <a:srgbClr val="03A7A4"/>
            </a:solidFill>
            <a:prstDash val="solid"/>
          </a:ln>
        </p:spPr>
        <p:txBody>
          <a:bodyPr/>
          <a:lstStyle/>
          <a:p>
            <a:endParaRPr/>
          </a:p>
        </p:txBody>
      </p:sp>
      <p:sp>
        <p:nvSpPr>
          <p:cNvPr id="27" name="Text 24"/>
          <p:cNvSpPr/>
          <p:nvPr/>
        </p:nvSpPr>
        <p:spPr>
          <a:xfrm>
            <a:off x="877824" y="3529584"/>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2</a:t>
            </a:r>
            <a:endParaRPr lang="en-US" sz="800" dirty="0"/>
          </a:p>
        </p:txBody>
      </p:sp>
      <p:sp>
        <p:nvSpPr>
          <p:cNvPr id="28" name="Text 25"/>
          <p:cNvSpPr/>
          <p:nvPr/>
        </p:nvSpPr>
        <p:spPr>
          <a:xfrm>
            <a:off x="1194816" y="3486912"/>
            <a:ext cx="5608320" cy="341376"/>
          </a:xfrm>
          <a:prstGeom prst="rect">
            <a:avLst/>
          </a:prstGeom>
          <a:noFill/>
          <a:ln/>
        </p:spPr>
        <p:txBody>
          <a:bodyPr wrap="square" lIns="508" tIns="508" rIns="508" bIns="508" rtlCol="0" anchor="ctr">
            <a:normAutofit/>
          </a:bodyPr>
          <a:lstStyle/>
          <a:p>
            <a:pPr marL="0" indent="0" algn="l">
              <a:buNone/>
            </a:pPr>
            <a:r>
              <a:rPr lang="en-US" sz="2133" dirty="0">
                <a:solidFill>
                  <a:srgbClr val="1B1C19"/>
                </a:solidFill>
                <a:latin typeface="Barlow Semi Condensed" pitchFamily="34" charset="0"/>
                <a:ea typeface="Barlow Semi Condensed" pitchFamily="34" charset="-122"/>
                <a:cs typeface="Barlow Semi Condensed" pitchFamily="34" charset="-120"/>
              </a:rPr>
              <a:t>Map the major steps at a high level</a:t>
            </a:r>
            <a:endParaRPr lang="en-US" sz="1600" dirty="0"/>
          </a:p>
        </p:txBody>
      </p:sp>
      <p:sp>
        <p:nvSpPr>
          <p:cNvPr id="29" name="Shape 26"/>
          <p:cNvSpPr/>
          <p:nvPr/>
        </p:nvSpPr>
        <p:spPr>
          <a:xfrm>
            <a:off x="829056" y="4133088"/>
            <a:ext cx="268224" cy="268224"/>
          </a:xfrm>
          <a:prstGeom prst="ellipse">
            <a:avLst/>
          </a:prstGeom>
          <a:solidFill>
            <a:srgbClr val="03A7A4"/>
          </a:solidFill>
          <a:ln w="16933">
            <a:solidFill>
              <a:srgbClr val="03A7A4"/>
            </a:solidFill>
            <a:prstDash val="solid"/>
          </a:ln>
        </p:spPr>
        <p:txBody>
          <a:bodyPr/>
          <a:lstStyle/>
          <a:p>
            <a:endParaRPr/>
          </a:p>
        </p:txBody>
      </p:sp>
      <p:sp>
        <p:nvSpPr>
          <p:cNvPr id="30" name="Text 27"/>
          <p:cNvSpPr/>
          <p:nvPr/>
        </p:nvSpPr>
        <p:spPr>
          <a:xfrm>
            <a:off x="877824" y="4163568"/>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3</a:t>
            </a:r>
            <a:endParaRPr lang="en-US" sz="800" dirty="0"/>
          </a:p>
        </p:txBody>
      </p:sp>
      <p:sp>
        <p:nvSpPr>
          <p:cNvPr id="31" name="Text 28"/>
          <p:cNvSpPr/>
          <p:nvPr/>
        </p:nvSpPr>
        <p:spPr>
          <a:xfrm>
            <a:off x="1194816" y="4120896"/>
            <a:ext cx="5608320" cy="341376"/>
          </a:xfrm>
          <a:prstGeom prst="rect">
            <a:avLst/>
          </a:prstGeom>
          <a:noFill/>
          <a:ln/>
        </p:spPr>
        <p:txBody>
          <a:bodyPr wrap="square" lIns="508" tIns="508" rIns="508" bIns="508" rtlCol="0" anchor="ctr">
            <a:normAutofit/>
          </a:bodyPr>
          <a:lstStyle/>
          <a:p>
            <a:pPr marL="0" indent="0" algn="l">
              <a:buNone/>
            </a:pPr>
            <a:r>
              <a:rPr lang="en-US" sz="2133" dirty="0">
                <a:solidFill>
                  <a:srgbClr val="1B1C19"/>
                </a:solidFill>
                <a:latin typeface="Barlow Semi Condensed" pitchFamily="34" charset="0"/>
                <a:ea typeface="Barlow Semi Condensed" pitchFamily="34" charset="-122"/>
                <a:cs typeface="Barlow Semi Condensed" pitchFamily="34" charset="-120"/>
              </a:rPr>
              <a:t>Find the biggest friction point</a:t>
            </a:r>
            <a:endParaRPr lang="en-US" sz="1600" dirty="0"/>
          </a:p>
        </p:txBody>
      </p:sp>
      <p:grpSp>
        <p:nvGrpSpPr>
          <p:cNvPr id="37" name="Group 36">
            <a:extLst>
              <a:ext uri="{FF2B5EF4-FFF2-40B4-BE49-F238E27FC236}">
                <a16:creationId xmlns:a16="http://schemas.microsoft.com/office/drawing/2014/main" id="{11B655C6-56DC-A517-0FE7-33803B8ED2F1}"/>
              </a:ext>
            </a:extLst>
          </p:cNvPr>
          <p:cNvGrpSpPr/>
          <p:nvPr/>
        </p:nvGrpSpPr>
        <p:grpSpPr>
          <a:xfrm>
            <a:off x="792480" y="5340623"/>
            <a:ext cx="10363200" cy="560832"/>
            <a:chOff x="792480" y="5181600"/>
            <a:chExt cx="10363200" cy="560832"/>
          </a:xfrm>
        </p:grpSpPr>
        <p:sp>
          <p:nvSpPr>
            <p:cNvPr id="32" name="Shape 29"/>
            <p:cNvSpPr/>
            <p:nvPr/>
          </p:nvSpPr>
          <p:spPr>
            <a:xfrm>
              <a:off x="792480" y="5181600"/>
              <a:ext cx="10363200" cy="560832"/>
            </a:xfrm>
            <a:prstGeom prst="roundRect">
              <a:avLst>
                <a:gd name="adj" fmla="val 13043"/>
              </a:avLst>
            </a:prstGeom>
            <a:solidFill>
              <a:srgbClr val="1B1C19"/>
            </a:solidFill>
            <a:ln w="16933">
              <a:solidFill>
                <a:srgbClr val="1B1C19">
                  <a:alpha val="0"/>
                </a:srgbClr>
              </a:solidFill>
              <a:prstDash val="solid"/>
            </a:ln>
          </p:spPr>
          <p:txBody>
            <a:bodyPr/>
            <a:lstStyle/>
            <a:p>
              <a:endParaRPr/>
            </a:p>
          </p:txBody>
        </p:sp>
        <p:sp>
          <p:nvSpPr>
            <p:cNvPr id="33" name="Text 30"/>
            <p:cNvSpPr/>
            <p:nvPr/>
          </p:nvSpPr>
          <p:spPr>
            <a:xfrm>
              <a:off x="987552" y="5327904"/>
              <a:ext cx="9973056" cy="268224"/>
            </a:xfrm>
            <a:prstGeom prst="rect">
              <a:avLst/>
            </a:prstGeom>
            <a:noFill/>
            <a:ln/>
          </p:spPr>
          <p:txBody>
            <a:bodyPr wrap="square" lIns="508" tIns="508" rIns="508" bIns="508" rtlCol="0" anchor="ctr">
              <a:normAutofit lnSpcReduction="10000"/>
            </a:bodyPr>
            <a:lstStyle/>
            <a:p>
              <a:pPr marL="0" indent="0" algn="ctr">
                <a:buNone/>
              </a:pPr>
              <a:r>
                <a:rPr b="1" dirty="0">
                  <a:solidFill>
                    <a:srgbClr val="FFFF00"/>
                  </a:solidFill>
                </a:rPr>
                <a:t>What to do now: Work independently on Section 1. We will come back for a quick check-in when time is up.</a:t>
              </a:r>
              <a:endParaRPr lang="en-US" sz="1500" b="1" dirty="0">
                <a:solidFill>
                  <a:srgbClr val="FFFF00"/>
                </a:solidFill>
              </a:endParaRPr>
            </a:p>
          </p:txBody>
        </p:sp>
      </p:grpSp>
      <p:pic>
        <p:nvPicPr>
          <p:cNvPr id="34" name="Image 1" descr="/home/oai/skills/fabletics-deck/assets/logos/F-Icon-Dark.png"/>
          <p:cNvPicPr>
            <a:picLocks noChangeAspect="1"/>
          </p:cNvPicPr>
          <p:nvPr/>
        </p:nvPicPr>
        <p:blipFill>
          <a:blip r:embed="rId3"/>
          <a:stretch>
            <a:fillRect/>
          </a:stretch>
        </p:blipFill>
        <p:spPr>
          <a:xfrm>
            <a:off x="426720" y="6278880"/>
            <a:ext cx="341376" cy="304800"/>
          </a:xfrm>
          <a:prstGeom prst="rect">
            <a:avLst/>
          </a:prstGeom>
        </p:spPr>
      </p:pic>
      <p:sp>
        <p:nvSpPr>
          <p:cNvPr id="35" name="Text 31"/>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1B1C19"/>
                </a:solidFill>
                <a:latin typeface="Barlow Semi Condensed" pitchFamily="34" charset="0"/>
                <a:ea typeface="Barlow Semi Condensed" pitchFamily="34" charset="-122"/>
                <a:cs typeface="Barlow Semi Condensed" pitchFamily="34" charset="-120"/>
              </a:rPr>
              <a:t>CONFIDENTIAL        5</a:t>
            </a:r>
            <a:endParaRPr lang="en-US" sz="800" dirty="0"/>
          </a:p>
        </p:txBody>
      </p:sp>
      <p:pic>
        <p:nvPicPr>
          <p:cNvPr id="36" name="Picture 35">
            <a:extLst>
              <a:ext uri="{FF2B5EF4-FFF2-40B4-BE49-F238E27FC236}">
                <a16:creationId xmlns:a16="http://schemas.microsoft.com/office/drawing/2014/main" id="{FC444BFB-D4B8-99CF-1209-802604A46FD6}"/>
              </a:ext>
            </a:extLst>
          </p:cNvPr>
          <p:cNvPicPr>
            <a:picLocks noChangeAspect="1"/>
          </p:cNvPicPr>
          <p:nvPr/>
        </p:nvPicPr>
        <p:blipFill>
          <a:blip r:embed="rId4"/>
          <a:stretch>
            <a:fillRect/>
          </a:stretch>
        </p:blipFill>
        <p:spPr>
          <a:xfrm>
            <a:off x="6502089" y="1924211"/>
            <a:ext cx="5424671" cy="29462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E8E4DA"/>
        </a:solidFill>
        <a:effectLst/>
      </p:bgPr>
    </p:bg>
    <p:spTree>
      <p:nvGrpSpPr>
        <p:cNvPr id="1" name=""/>
        <p:cNvGrpSpPr/>
        <p:nvPr/>
      </p:nvGrpSpPr>
      <p:grpSpPr>
        <a:xfrm>
          <a:off x="0" y="0"/>
          <a:ext cx="0" cy="0"/>
          <a:chOff x="0" y="0"/>
          <a:chExt cx="0" cy="0"/>
        </a:xfrm>
      </p:grpSpPr>
      <p:sp>
        <p:nvSpPr>
          <p:cNvPr id="2" name="Text 0"/>
          <p:cNvSpPr/>
          <p:nvPr/>
        </p:nvSpPr>
        <p:spPr>
          <a:xfrm>
            <a:off x="670560" y="463296"/>
            <a:ext cx="10850880" cy="512064"/>
          </a:xfrm>
          <a:prstGeom prst="rect">
            <a:avLst/>
          </a:prstGeom>
          <a:noFill/>
          <a:ln/>
        </p:spPr>
        <p:txBody>
          <a:bodyPr wrap="square" lIns="0" tIns="0" rIns="0" bIns="0" rtlCol="0" anchor="ctr">
            <a:normAutofit lnSpcReduction="10000"/>
          </a:bodyPr>
          <a:lstStyle/>
          <a:p>
            <a:pPr marL="0" indent="0">
              <a:buNone/>
            </a:pPr>
            <a:r>
              <a:rPr lang="en-US" sz="3600" b="1" dirty="0">
                <a:solidFill>
                  <a:srgbClr val="1B1C19"/>
                </a:solidFill>
                <a:latin typeface="Barlow Semi Condensed" pitchFamily="34" charset="0"/>
                <a:ea typeface="Barlow Semi Condensed" pitchFamily="34" charset="-122"/>
                <a:cs typeface="Barlow Semi Condensed" pitchFamily="34" charset="-120"/>
              </a:rPr>
              <a:t>The best AI solutions start with a clear job to be done.</a:t>
            </a:r>
            <a:endParaRPr lang="en-US" sz="2700" dirty="0"/>
          </a:p>
        </p:txBody>
      </p:sp>
      <p:sp>
        <p:nvSpPr>
          <p:cNvPr id="3" name="Text 1"/>
          <p:cNvSpPr/>
          <p:nvPr/>
        </p:nvSpPr>
        <p:spPr>
          <a:xfrm>
            <a:off x="792480" y="999744"/>
            <a:ext cx="4023360" cy="268224"/>
          </a:xfrm>
          <a:prstGeom prst="rect">
            <a:avLst/>
          </a:prstGeom>
          <a:noFill/>
          <a:ln/>
        </p:spPr>
        <p:txBody>
          <a:bodyPr wrap="square" lIns="508" tIns="508" rIns="508" bIns="508" rtlCol="0" anchor="ctr">
            <a:normAutofit/>
          </a:bodyPr>
          <a:lstStyle/>
          <a:p>
            <a:pPr marL="0" indent="0" algn="l">
              <a:buNone/>
            </a:pPr>
            <a:r>
              <a:rPr lang="en-US" sz="1466" b="1" dirty="0">
                <a:solidFill>
                  <a:srgbClr val="81817F"/>
                </a:solidFill>
                <a:latin typeface="Barlow Semi Condensed" pitchFamily="34" charset="0"/>
                <a:ea typeface="Barlow Semi Condensed" pitchFamily="34" charset="-122"/>
                <a:cs typeface="Barlow Semi Condensed" pitchFamily="34" charset="-120"/>
              </a:rPr>
              <a:t>Workflow Improvement Canvas</a:t>
            </a:r>
            <a:endParaRPr lang="en-US" sz="1100" dirty="0"/>
          </a:p>
        </p:txBody>
      </p:sp>
      <p:sp>
        <p:nvSpPr>
          <p:cNvPr id="4" name="Shape 2"/>
          <p:cNvSpPr/>
          <p:nvPr/>
        </p:nvSpPr>
        <p:spPr>
          <a:xfrm>
            <a:off x="792480" y="1280160"/>
            <a:ext cx="268224" cy="268224"/>
          </a:xfrm>
          <a:prstGeom prst="ellipse">
            <a:avLst/>
          </a:prstGeom>
          <a:solidFill>
            <a:srgbClr val="1B1C19"/>
          </a:solidFill>
          <a:ln w="20320">
            <a:solidFill>
              <a:srgbClr val="1B1C19"/>
            </a:solidFill>
            <a:prstDash val="solid"/>
          </a:ln>
        </p:spPr>
        <p:txBody>
          <a:bodyPr/>
          <a:lstStyle/>
          <a:p>
            <a:endParaRPr/>
          </a:p>
        </p:txBody>
      </p:sp>
      <p:sp>
        <p:nvSpPr>
          <p:cNvPr id="5" name="Text 3"/>
          <p:cNvSpPr/>
          <p:nvPr/>
        </p:nvSpPr>
        <p:spPr>
          <a:xfrm>
            <a:off x="824179" y="1292352"/>
            <a:ext cx="207264" cy="182880"/>
          </a:xfrm>
          <a:prstGeom prst="rect">
            <a:avLst/>
          </a:prstGeom>
          <a:noFill/>
          <a:ln/>
        </p:spPr>
        <p:txBody>
          <a:bodyPr wrap="square" lIns="508" tIns="508" rIns="508" bIns="508" rtlCol="0" anchor="ctr">
            <a:normAutofit/>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a:t>
            </a:r>
            <a:endParaRPr lang="en-US" sz="800" dirty="0"/>
          </a:p>
        </p:txBody>
      </p:sp>
      <p:sp>
        <p:nvSpPr>
          <p:cNvPr id="6" name="Shape 4"/>
          <p:cNvSpPr/>
          <p:nvPr/>
        </p:nvSpPr>
        <p:spPr>
          <a:xfrm>
            <a:off x="1097280" y="1414272"/>
            <a:ext cx="1719072" cy="0"/>
          </a:xfrm>
          <a:prstGeom prst="line">
            <a:avLst/>
          </a:prstGeom>
          <a:noFill/>
          <a:ln w="18627">
            <a:solidFill>
              <a:srgbClr val="BBC4C9"/>
            </a:solidFill>
            <a:prstDash val="solid"/>
            <a:headEnd type="none"/>
            <a:tailEnd type="triangle"/>
          </a:ln>
        </p:spPr>
        <p:txBody>
          <a:bodyPr/>
          <a:lstStyle/>
          <a:p>
            <a:endParaRPr/>
          </a:p>
        </p:txBody>
      </p:sp>
      <p:sp>
        <p:nvSpPr>
          <p:cNvPr id="7" name="Text 5"/>
          <p:cNvSpPr/>
          <p:nvPr/>
        </p:nvSpPr>
        <p:spPr>
          <a:xfrm>
            <a:off x="4267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Understand</a:t>
            </a:r>
            <a:endParaRPr lang="en-US" sz="950" dirty="0"/>
          </a:p>
        </p:txBody>
      </p:sp>
      <p:sp>
        <p:nvSpPr>
          <p:cNvPr id="8" name="Shape 6"/>
          <p:cNvSpPr/>
          <p:nvPr/>
        </p:nvSpPr>
        <p:spPr>
          <a:xfrm>
            <a:off x="2926080" y="1280160"/>
            <a:ext cx="268224" cy="268224"/>
          </a:xfrm>
          <a:prstGeom prst="ellipse">
            <a:avLst/>
          </a:prstGeom>
          <a:solidFill>
            <a:srgbClr val="03A7A4"/>
          </a:solidFill>
          <a:ln w="20320">
            <a:solidFill>
              <a:srgbClr val="03A7A4"/>
            </a:solidFill>
            <a:prstDash val="solid"/>
          </a:ln>
        </p:spPr>
        <p:txBody>
          <a:bodyPr/>
          <a:lstStyle/>
          <a:p>
            <a:endParaRPr/>
          </a:p>
        </p:txBody>
      </p:sp>
      <p:sp>
        <p:nvSpPr>
          <p:cNvPr id="9" name="Shape 7"/>
          <p:cNvSpPr/>
          <p:nvPr/>
        </p:nvSpPr>
        <p:spPr>
          <a:xfrm>
            <a:off x="32308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0" name="Text 8"/>
          <p:cNvSpPr/>
          <p:nvPr/>
        </p:nvSpPr>
        <p:spPr>
          <a:xfrm>
            <a:off x="2560320" y="1609344"/>
            <a:ext cx="999744" cy="243840"/>
          </a:xfrm>
          <a:prstGeom prst="rect">
            <a:avLst/>
          </a:prstGeom>
          <a:noFill/>
          <a:ln/>
        </p:spPr>
        <p:txBody>
          <a:bodyPr wrap="square" lIns="508" tIns="508" rIns="508" bIns="508" rtlCol="0" anchor="ctr">
            <a:normAutofit/>
          </a:bodyPr>
          <a:lstStyle/>
          <a:p>
            <a:pPr marL="0" indent="0" algn="ctr">
              <a:buNone/>
            </a:pPr>
            <a:r>
              <a:rPr lang="en-US" sz="1266" b="1" dirty="0">
                <a:solidFill>
                  <a:srgbClr val="03A7A4"/>
                </a:solidFill>
                <a:latin typeface="Barlow Semi Condensed" pitchFamily="34" charset="0"/>
                <a:ea typeface="Barlow Semi Condensed" pitchFamily="34" charset="-122"/>
                <a:cs typeface="Barlow Semi Condensed" pitchFamily="34" charset="-120"/>
              </a:rPr>
              <a:t>Spot</a:t>
            </a:r>
            <a:endParaRPr lang="en-US" sz="950" dirty="0"/>
          </a:p>
        </p:txBody>
      </p:sp>
      <p:sp>
        <p:nvSpPr>
          <p:cNvPr id="11" name="Shape 9"/>
          <p:cNvSpPr/>
          <p:nvPr/>
        </p:nvSpPr>
        <p:spPr>
          <a:xfrm>
            <a:off x="5059680" y="1280160"/>
            <a:ext cx="268224" cy="268224"/>
          </a:xfrm>
          <a:prstGeom prst="ellipse">
            <a:avLst/>
          </a:prstGeom>
          <a:solidFill>
            <a:srgbClr val="FFFFFF"/>
          </a:solidFill>
          <a:ln w="20320">
            <a:solidFill>
              <a:srgbClr val="BBC4C9"/>
            </a:solidFill>
            <a:prstDash val="solid"/>
          </a:ln>
        </p:spPr>
        <p:txBody>
          <a:bodyPr/>
          <a:lstStyle/>
          <a:p>
            <a:endParaRPr/>
          </a:p>
        </p:txBody>
      </p:sp>
      <p:sp>
        <p:nvSpPr>
          <p:cNvPr id="12" name="Shape 10"/>
          <p:cNvSpPr/>
          <p:nvPr/>
        </p:nvSpPr>
        <p:spPr>
          <a:xfrm>
            <a:off x="53644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3" name="Text 11"/>
          <p:cNvSpPr/>
          <p:nvPr/>
        </p:nvSpPr>
        <p:spPr>
          <a:xfrm>
            <a:off x="46939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Choose</a:t>
            </a:r>
            <a:endParaRPr lang="en-US" sz="950" dirty="0"/>
          </a:p>
        </p:txBody>
      </p:sp>
      <p:sp>
        <p:nvSpPr>
          <p:cNvPr id="14" name="Shape 12"/>
          <p:cNvSpPr/>
          <p:nvPr/>
        </p:nvSpPr>
        <p:spPr>
          <a:xfrm>
            <a:off x="7193280" y="1280160"/>
            <a:ext cx="268224" cy="268224"/>
          </a:xfrm>
          <a:prstGeom prst="ellipse">
            <a:avLst/>
          </a:prstGeom>
          <a:solidFill>
            <a:srgbClr val="FFFFFF"/>
          </a:solidFill>
          <a:ln w="20320">
            <a:solidFill>
              <a:srgbClr val="BBC4C9"/>
            </a:solidFill>
            <a:prstDash val="solid"/>
          </a:ln>
        </p:spPr>
        <p:txBody>
          <a:bodyPr/>
          <a:lstStyle/>
          <a:p>
            <a:endParaRPr/>
          </a:p>
        </p:txBody>
      </p:sp>
      <p:sp>
        <p:nvSpPr>
          <p:cNvPr id="15" name="Shape 13"/>
          <p:cNvSpPr/>
          <p:nvPr/>
        </p:nvSpPr>
        <p:spPr>
          <a:xfrm>
            <a:off x="74980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6" name="Text 14"/>
          <p:cNvSpPr/>
          <p:nvPr/>
        </p:nvSpPr>
        <p:spPr>
          <a:xfrm>
            <a:off x="68275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Create</a:t>
            </a:r>
            <a:endParaRPr lang="en-US" sz="950" dirty="0"/>
          </a:p>
        </p:txBody>
      </p:sp>
      <p:sp>
        <p:nvSpPr>
          <p:cNvPr id="17" name="Shape 15"/>
          <p:cNvSpPr/>
          <p:nvPr/>
        </p:nvSpPr>
        <p:spPr>
          <a:xfrm>
            <a:off x="9326880" y="1280160"/>
            <a:ext cx="268224" cy="268224"/>
          </a:xfrm>
          <a:prstGeom prst="ellipse">
            <a:avLst/>
          </a:prstGeom>
          <a:solidFill>
            <a:srgbClr val="FFFFFF"/>
          </a:solidFill>
          <a:ln w="20320">
            <a:solidFill>
              <a:srgbClr val="BBC4C9"/>
            </a:solidFill>
            <a:prstDash val="solid"/>
          </a:ln>
        </p:spPr>
        <p:txBody>
          <a:bodyPr/>
          <a:lstStyle/>
          <a:p>
            <a:endParaRPr/>
          </a:p>
        </p:txBody>
      </p:sp>
      <p:sp>
        <p:nvSpPr>
          <p:cNvPr id="18" name="Text 16"/>
          <p:cNvSpPr/>
          <p:nvPr/>
        </p:nvSpPr>
        <p:spPr>
          <a:xfrm>
            <a:off x="89611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Commit</a:t>
            </a:r>
            <a:endParaRPr lang="en-US" sz="950" dirty="0"/>
          </a:p>
        </p:txBody>
      </p:sp>
      <p:sp>
        <p:nvSpPr>
          <p:cNvPr id="19" name="Text 17"/>
          <p:cNvSpPr/>
          <p:nvPr/>
        </p:nvSpPr>
        <p:spPr>
          <a:xfrm>
            <a:off x="792480" y="1996304"/>
            <a:ext cx="1341120" cy="292608"/>
          </a:xfrm>
          <a:prstGeom prst="rect">
            <a:avLst/>
          </a:prstGeom>
          <a:solidFill>
            <a:srgbClr val="1B1C19"/>
          </a:solidFill>
          <a:ln>
            <a:solidFill>
              <a:srgbClr val="1B1C19"/>
            </a:solidFill>
          </a:ln>
        </p:spPr>
        <p:txBody>
          <a:bodyPr wrap="square" lIns="381" tIns="381" rIns="381" bIns="381" rtlCol="0" anchor="ctr"/>
          <a:lstStyle/>
          <a:p>
            <a:pPr marL="0" indent="0" algn="ctr">
              <a:buNone/>
            </a:pPr>
            <a:r>
              <a:rPr lang="en-US" sz="1466" b="1" dirty="0">
                <a:solidFill>
                  <a:srgbClr val="FFFFFF"/>
                </a:solidFill>
                <a:latin typeface="Barlow Semi Condensed" pitchFamily="34" charset="0"/>
                <a:ea typeface="Barlow Semi Condensed" pitchFamily="34" charset="-122"/>
                <a:cs typeface="Barlow Semi Condensed" pitchFamily="34" charset="-120"/>
              </a:rPr>
              <a:t>10 MINUTES</a:t>
            </a:r>
            <a:endParaRPr lang="en-US" sz="1100" dirty="0"/>
          </a:p>
        </p:txBody>
      </p:sp>
      <p:sp>
        <p:nvSpPr>
          <p:cNvPr id="20" name="Text 18"/>
          <p:cNvSpPr/>
          <p:nvPr/>
        </p:nvSpPr>
        <p:spPr>
          <a:xfrm>
            <a:off x="792480" y="2377440"/>
            <a:ext cx="4145280" cy="243840"/>
          </a:xfrm>
          <a:prstGeom prst="rect">
            <a:avLst/>
          </a:prstGeom>
          <a:noFill/>
          <a:ln/>
        </p:spPr>
        <p:txBody>
          <a:bodyPr wrap="square" lIns="508" tIns="508" rIns="508" bIns="508" rtlCol="0" anchor="ctr">
            <a:normAutofit/>
          </a:bodyPr>
          <a:lstStyle/>
          <a:p>
            <a:pPr marL="0" indent="0" algn="l">
              <a:buNone/>
            </a:pPr>
            <a:r>
              <a:rPr lang="en-US" sz="1333" b="1" dirty="0">
                <a:solidFill>
                  <a:srgbClr val="03A7A4"/>
                </a:solidFill>
                <a:latin typeface="Barlow Semi Condensed" pitchFamily="34" charset="0"/>
                <a:ea typeface="Barlow Semi Condensed" pitchFamily="34" charset="-122"/>
                <a:cs typeface="Barlow Semi Condensed" pitchFamily="34" charset="-120"/>
              </a:rPr>
              <a:t>COMPLETE SECTION 2</a:t>
            </a:r>
            <a:endParaRPr lang="en-US" sz="1000" dirty="0"/>
          </a:p>
        </p:txBody>
      </p:sp>
      <p:sp>
        <p:nvSpPr>
          <p:cNvPr id="21" name="Shape 19"/>
          <p:cNvSpPr/>
          <p:nvPr/>
        </p:nvSpPr>
        <p:spPr>
          <a:xfrm>
            <a:off x="829056" y="2828544"/>
            <a:ext cx="268224" cy="268224"/>
          </a:xfrm>
          <a:prstGeom prst="ellipse">
            <a:avLst/>
          </a:prstGeom>
          <a:solidFill>
            <a:srgbClr val="03A7A4"/>
          </a:solidFill>
          <a:ln w="16933">
            <a:solidFill>
              <a:srgbClr val="03A7A4"/>
            </a:solidFill>
            <a:prstDash val="solid"/>
          </a:ln>
        </p:spPr>
        <p:txBody>
          <a:bodyPr/>
          <a:lstStyle/>
          <a:p>
            <a:endParaRPr/>
          </a:p>
        </p:txBody>
      </p:sp>
      <p:sp>
        <p:nvSpPr>
          <p:cNvPr id="22" name="Text 20"/>
          <p:cNvSpPr/>
          <p:nvPr/>
        </p:nvSpPr>
        <p:spPr>
          <a:xfrm>
            <a:off x="877824" y="2859024"/>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1</a:t>
            </a:r>
            <a:endParaRPr lang="en-US" sz="800" dirty="0"/>
          </a:p>
        </p:txBody>
      </p:sp>
      <p:sp>
        <p:nvSpPr>
          <p:cNvPr id="23" name="Text 21"/>
          <p:cNvSpPr/>
          <p:nvPr/>
        </p:nvSpPr>
        <p:spPr>
          <a:xfrm>
            <a:off x="1194816" y="2816352"/>
            <a:ext cx="4267200" cy="341376"/>
          </a:xfrm>
          <a:prstGeom prst="rect">
            <a:avLst/>
          </a:prstGeom>
          <a:noFill/>
          <a:ln/>
        </p:spPr>
        <p:txBody>
          <a:bodyPr wrap="square" lIns="508" tIns="508" rIns="508" bIns="508" rtlCol="0" anchor="ctr">
            <a:normAutofit/>
          </a:bodyPr>
          <a:lstStyle/>
          <a:p>
            <a:pPr marL="0" indent="0" algn="l">
              <a:buNone/>
            </a:pPr>
            <a:r>
              <a:rPr lang="en-US" sz="2000" dirty="0">
                <a:solidFill>
                  <a:srgbClr val="1B1C19"/>
                </a:solidFill>
                <a:latin typeface="Barlow Semi Condensed" pitchFamily="34" charset="0"/>
                <a:ea typeface="Barlow Semi Condensed" pitchFamily="34" charset="-122"/>
                <a:cs typeface="Barlow Semi Condensed" pitchFamily="34" charset="-120"/>
              </a:rPr>
              <a:t>Start with the friction</a:t>
            </a:r>
            <a:endParaRPr lang="en-US" sz="1500" dirty="0"/>
          </a:p>
        </p:txBody>
      </p:sp>
      <p:sp>
        <p:nvSpPr>
          <p:cNvPr id="24" name="Shape 22"/>
          <p:cNvSpPr/>
          <p:nvPr/>
        </p:nvSpPr>
        <p:spPr>
          <a:xfrm>
            <a:off x="829056" y="3340608"/>
            <a:ext cx="268224" cy="268224"/>
          </a:xfrm>
          <a:prstGeom prst="ellipse">
            <a:avLst/>
          </a:prstGeom>
          <a:solidFill>
            <a:srgbClr val="03A7A4"/>
          </a:solidFill>
          <a:ln w="16933">
            <a:solidFill>
              <a:srgbClr val="03A7A4"/>
            </a:solidFill>
            <a:prstDash val="solid"/>
          </a:ln>
        </p:spPr>
        <p:txBody>
          <a:bodyPr/>
          <a:lstStyle/>
          <a:p>
            <a:endParaRPr/>
          </a:p>
        </p:txBody>
      </p:sp>
      <p:sp>
        <p:nvSpPr>
          <p:cNvPr id="25" name="Text 23"/>
          <p:cNvSpPr/>
          <p:nvPr/>
        </p:nvSpPr>
        <p:spPr>
          <a:xfrm>
            <a:off x="877824" y="3371088"/>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2</a:t>
            </a:r>
            <a:endParaRPr lang="en-US" sz="800" dirty="0"/>
          </a:p>
        </p:txBody>
      </p:sp>
      <p:sp>
        <p:nvSpPr>
          <p:cNvPr id="26" name="Text 24"/>
          <p:cNvSpPr/>
          <p:nvPr/>
        </p:nvSpPr>
        <p:spPr>
          <a:xfrm>
            <a:off x="1194816" y="3328416"/>
            <a:ext cx="4267200" cy="341376"/>
          </a:xfrm>
          <a:prstGeom prst="rect">
            <a:avLst/>
          </a:prstGeom>
          <a:noFill/>
          <a:ln/>
        </p:spPr>
        <p:txBody>
          <a:bodyPr wrap="square" lIns="508" tIns="508" rIns="508" bIns="508" rtlCol="0" anchor="ctr">
            <a:normAutofit/>
          </a:bodyPr>
          <a:lstStyle/>
          <a:p>
            <a:pPr marL="0" indent="0" algn="l">
              <a:buNone/>
            </a:pPr>
            <a:r>
              <a:rPr lang="en-US" sz="2000" dirty="0">
                <a:solidFill>
                  <a:srgbClr val="1B1C19"/>
                </a:solidFill>
                <a:latin typeface="Barlow Semi Condensed" pitchFamily="34" charset="0"/>
                <a:ea typeface="Barlow Semi Condensed" pitchFamily="34" charset="-122"/>
                <a:cs typeface="Barlow Semi Condensed" pitchFamily="34" charset="-120"/>
              </a:rPr>
              <a:t>Decide what job AI should do</a:t>
            </a:r>
            <a:endParaRPr lang="en-US" sz="1500" dirty="0"/>
          </a:p>
        </p:txBody>
      </p:sp>
      <p:sp>
        <p:nvSpPr>
          <p:cNvPr id="27" name="Shape 25"/>
          <p:cNvSpPr/>
          <p:nvPr/>
        </p:nvSpPr>
        <p:spPr>
          <a:xfrm>
            <a:off x="829056" y="3852672"/>
            <a:ext cx="268224" cy="268224"/>
          </a:xfrm>
          <a:prstGeom prst="ellipse">
            <a:avLst/>
          </a:prstGeom>
          <a:solidFill>
            <a:srgbClr val="03A7A4"/>
          </a:solidFill>
          <a:ln w="16933">
            <a:solidFill>
              <a:srgbClr val="03A7A4"/>
            </a:solidFill>
            <a:prstDash val="solid"/>
          </a:ln>
        </p:spPr>
        <p:txBody>
          <a:bodyPr/>
          <a:lstStyle/>
          <a:p>
            <a:endParaRPr/>
          </a:p>
        </p:txBody>
      </p:sp>
      <p:sp>
        <p:nvSpPr>
          <p:cNvPr id="28" name="Text 26"/>
          <p:cNvSpPr/>
          <p:nvPr/>
        </p:nvSpPr>
        <p:spPr>
          <a:xfrm>
            <a:off x="877824" y="3883152"/>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3</a:t>
            </a:r>
            <a:endParaRPr lang="en-US" sz="800" dirty="0"/>
          </a:p>
        </p:txBody>
      </p:sp>
      <p:sp>
        <p:nvSpPr>
          <p:cNvPr id="29" name="Text 27"/>
          <p:cNvSpPr/>
          <p:nvPr/>
        </p:nvSpPr>
        <p:spPr>
          <a:xfrm>
            <a:off x="1194816" y="3840480"/>
            <a:ext cx="4267200" cy="341376"/>
          </a:xfrm>
          <a:prstGeom prst="rect">
            <a:avLst/>
          </a:prstGeom>
          <a:noFill/>
          <a:ln/>
        </p:spPr>
        <p:txBody>
          <a:bodyPr wrap="square" lIns="508" tIns="508" rIns="508" bIns="508" rtlCol="0" anchor="ctr">
            <a:normAutofit/>
          </a:bodyPr>
          <a:lstStyle/>
          <a:p>
            <a:pPr marL="0" indent="0" algn="l">
              <a:buNone/>
            </a:pPr>
            <a:r>
              <a:rPr lang="en-US" sz="2000" dirty="0">
                <a:solidFill>
                  <a:srgbClr val="1B1C19"/>
                </a:solidFill>
                <a:latin typeface="Barlow Semi Condensed" pitchFamily="34" charset="0"/>
                <a:ea typeface="Barlow Semi Condensed" pitchFamily="34" charset="-122"/>
                <a:cs typeface="Barlow Semi Condensed" pitchFamily="34" charset="-120"/>
              </a:rPr>
              <a:t>Focus on one opportunity</a:t>
            </a:r>
            <a:endParaRPr lang="en-US" sz="1500" dirty="0"/>
          </a:p>
        </p:txBody>
      </p:sp>
      <p:grpSp>
        <p:nvGrpSpPr>
          <p:cNvPr id="55" name="Group 54">
            <a:extLst>
              <a:ext uri="{FF2B5EF4-FFF2-40B4-BE49-F238E27FC236}">
                <a16:creationId xmlns:a16="http://schemas.microsoft.com/office/drawing/2014/main" id="{739B28B5-16C4-ECE1-DACF-6DD3868E3219}"/>
              </a:ext>
            </a:extLst>
          </p:cNvPr>
          <p:cNvGrpSpPr/>
          <p:nvPr/>
        </p:nvGrpSpPr>
        <p:grpSpPr>
          <a:xfrm>
            <a:off x="6478195" y="2629230"/>
            <a:ext cx="4145280" cy="2109216"/>
            <a:chOff x="6120384" y="2255520"/>
            <a:chExt cx="4145280" cy="2109216"/>
          </a:xfrm>
        </p:grpSpPr>
        <p:sp>
          <p:nvSpPr>
            <p:cNvPr id="30" name="Shape 28"/>
            <p:cNvSpPr/>
            <p:nvPr/>
          </p:nvSpPr>
          <p:spPr>
            <a:xfrm>
              <a:off x="6120384" y="2255520"/>
              <a:ext cx="1889760" cy="390144"/>
            </a:xfrm>
            <a:prstGeom prst="roundRect">
              <a:avLst>
                <a:gd name="adj" fmla="val 18750"/>
              </a:avLst>
            </a:prstGeom>
            <a:solidFill>
              <a:srgbClr val="FFFFFF"/>
            </a:solidFill>
            <a:ln w="16933">
              <a:solidFill>
                <a:srgbClr val="BBC4C9"/>
              </a:solidFill>
              <a:prstDash val="solid"/>
            </a:ln>
          </p:spPr>
          <p:txBody>
            <a:bodyPr/>
            <a:lstStyle/>
            <a:p>
              <a:endParaRPr/>
            </a:p>
          </p:txBody>
        </p:sp>
        <p:sp>
          <p:nvSpPr>
            <p:cNvPr id="31" name="Text 29"/>
            <p:cNvSpPr/>
            <p:nvPr/>
          </p:nvSpPr>
          <p:spPr>
            <a:xfrm>
              <a:off x="6181344" y="2328672"/>
              <a:ext cx="1767840" cy="170688"/>
            </a:xfrm>
            <a:prstGeom prst="rect">
              <a:avLst/>
            </a:prstGeom>
            <a:noFill/>
            <a:ln/>
          </p:spPr>
          <p:txBody>
            <a:bodyPr wrap="square" lIns="508" tIns="508" rIns="508" bIns="508" rtlCol="0" anchor="ctr">
              <a:normAutofit fontScale="77500" lnSpcReduction="20000"/>
            </a:bodyPr>
            <a:lstStyle/>
            <a:p>
              <a:pPr marL="0" indent="0" algn="ctr">
                <a:buNone/>
              </a:pPr>
              <a:r>
                <a:rPr lang="en-US" sz="1666" b="1" dirty="0">
                  <a:solidFill>
                    <a:srgbClr val="1B1C19"/>
                  </a:solidFill>
                  <a:latin typeface="Barlow Semi Condensed" pitchFamily="34" charset="0"/>
                  <a:ea typeface="Barlow Semi Condensed" pitchFamily="34" charset="-122"/>
                  <a:cs typeface="Barlow Semi Condensed" pitchFamily="34" charset="-120"/>
                </a:rPr>
                <a:t>Draft</a:t>
              </a:r>
              <a:endParaRPr lang="en-US" sz="1250" dirty="0"/>
            </a:p>
          </p:txBody>
        </p:sp>
        <p:sp>
          <p:nvSpPr>
            <p:cNvPr id="32" name="Shape 30"/>
            <p:cNvSpPr/>
            <p:nvPr/>
          </p:nvSpPr>
          <p:spPr>
            <a:xfrm>
              <a:off x="8375904" y="2255520"/>
              <a:ext cx="1889760" cy="390144"/>
            </a:xfrm>
            <a:prstGeom prst="roundRect">
              <a:avLst>
                <a:gd name="adj" fmla="val 18750"/>
              </a:avLst>
            </a:prstGeom>
            <a:solidFill>
              <a:srgbClr val="FFFFFF"/>
            </a:solidFill>
            <a:ln w="16933">
              <a:solidFill>
                <a:srgbClr val="BBC4C9"/>
              </a:solidFill>
              <a:prstDash val="solid"/>
            </a:ln>
          </p:spPr>
          <p:txBody>
            <a:bodyPr/>
            <a:lstStyle/>
            <a:p>
              <a:endParaRPr/>
            </a:p>
          </p:txBody>
        </p:sp>
        <p:sp>
          <p:nvSpPr>
            <p:cNvPr id="33" name="Text 31"/>
            <p:cNvSpPr/>
            <p:nvPr/>
          </p:nvSpPr>
          <p:spPr>
            <a:xfrm>
              <a:off x="8436864" y="2328672"/>
              <a:ext cx="1767840" cy="170688"/>
            </a:xfrm>
            <a:prstGeom prst="rect">
              <a:avLst/>
            </a:prstGeom>
            <a:noFill/>
            <a:ln/>
          </p:spPr>
          <p:txBody>
            <a:bodyPr wrap="square" lIns="508" tIns="508" rIns="508" bIns="508" rtlCol="0" anchor="ctr">
              <a:normAutofit fontScale="77500" lnSpcReduction="20000"/>
            </a:bodyPr>
            <a:lstStyle/>
            <a:p>
              <a:pPr marL="0" indent="0" algn="ctr">
                <a:buNone/>
              </a:pPr>
              <a:r>
                <a:rPr lang="en-US" sz="1666" b="1" dirty="0">
                  <a:solidFill>
                    <a:srgbClr val="1B1C19"/>
                  </a:solidFill>
                  <a:latin typeface="Barlow Semi Condensed" pitchFamily="34" charset="0"/>
                  <a:ea typeface="Barlow Semi Condensed" pitchFamily="34" charset="-122"/>
                  <a:cs typeface="Barlow Semi Condensed" pitchFamily="34" charset="-120"/>
                </a:rPr>
                <a:t>Summarize</a:t>
              </a:r>
              <a:endParaRPr lang="en-US" sz="1250" dirty="0"/>
            </a:p>
          </p:txBody>
        </p:sp>
        <p:sp>
          <p:nvSpPr>
            <p:cNvPr id="34" name="Shape 32"/>
            <p:cNvSpPr/>
            <p:nvPr/>
          </p:nvSpPr>
          <p:spPr>
            <a:xfrm>
              <a:off x="6120384" y="2828544"/>
              <a:ext cx="1889760" cy="390144"/>
            </a:xfrm>
            <a:prstGeom prst="roundRect">
              <a:avLst>
                <a:gd name="adj" fmla="val 18750"/>
              </a:avLst>
            </a:prstGeom>
            <a:solidFill>
              <a:srgbClr val="FFFFFF"/>
            </a:solidFill>
            <a:ln w="16933">
              <a:solidFill>
                <a:srgbClr val="BBC4C9"/>
              </a:solidFill>
              <a:prstDash val="solid"/>
            </a:ln>
          </p:spPr>
          <p:txBody>
            <a:bodyPr/>
            <a:lstStyle/>
            <a:p>
              <a:endParaRPr/>
            </a:p>
          </p:txBody>
        </p:sp>
        <p:sp>
          <p:nvSpPr>
            <p:cNvPr id="35" name="Text 33"/>
            <p:cNvSpPr/>
            <p:nvPr/>
          </p:nvSpPr>
          <p:spPr>
            <a:xfrm>
              <a:off x="6181344" y="2901696"/>
              <a:ext cx="1767840" cy="170688"/>
            </a:xfrm>
            <a:prstGeom prst="rect">
              <a:avLst/>
            </a:prstGeom>
            <a:noFill/>
            <a:ln/>
          </p:spPr>
          <p:txBody>
            <a:bodyPr wrap="square" lIns="508" tIns="508" rIns="508" bIns="508" rtlCol="0" anchor="ctr">
              <a:normAutofit fontScale="77500" lnSpcReduction="20000"/>
            </a:bodyPr>
            <a:lstStyle/>
            <a:p>
              <a:pPr marL="0" indent="0" algn="ctr">
                <a:buNone/>
              </a:pPr>
              <a:r>
                <a:rPr lang="en-US" sz="1666" b="1" dirty="0">
                  <a:solidFill>
                    <a:srgbClr val="1B1C19"/>
                  </a:solidFill>
                  <a:latin typeface="Barlow Semi Condensed" pitchFamily="34" charset="0"/>
                  <a:ea typeface="Barlow Semi Condensed" pitchFamily="34" charset="-122"/>
                  <a:cs typeface="Barlow Semi Condensed" pitchFamily="34" charset="-120"/>
                </a:rPr>
                <a:t>Analyze</a:t>
              </a:r>
              <a:endParaRPr lang="en-US" sz="1250" dirty="0"/>
            </a:p>
          </p:txBody>
        </p:sp>
        <p:sp>
          <p:nvSpPr>
            <p:cNvPr id="36" name="Shape 34"/>
            <p:cNvSpPr/>
            <p:nvPr/>
          </p:nvSpPr>
          <p:spPr>
            <a:xfrm>
              <a:off x="8375904" y="2828544"/>
              <a:ext cx="1889760" cy="390144"/>
            </a:xfrm>
            <a:prstGeom prst="roundRect">
              <a:avLst>
                <a:gd name="adj" fmla="val 18750"/>
              </a:avLst>
            </a:prstGeom>
            <a:solidFill>
              <a:srgbClr val="FFFFFF"/>
            </a:solidFill>
            <a:ln w="16933">
              <a:solidFill>
                <a:srgbClr val="BBC4C9"/>
              </a:solidFill>
              <a:prstDash val="solid"/>
            </a:ln>
          </p:spPr>
          <p:txBody>
            <a:bodyPr/>
            <a:lstStyle/>
            <a:p>
              <a:endParaRPr/>
            </a:p>
          </p:txBody>
        </p:sp>
        <p:sp>
          <p:nvSpPr>
            <p:cNvPr id="37" name="Text 35"/>
            <p:cNvSpPr/>
            <p:nvPr/>
          </p:nvSpPr>
          <p:spPr>
            <a:xfrm>
              <a:off x="8436864" y="2901696"/>
              <a:ext cx="1767840" cy="170688"/>
            </a:xfrm>
            <a:prstGeom prst="rect">
              <a:avLst/>
            </a:prstGeom>
            <a:noFill/>
            <a:ln/>
          </p:spPr>
          <p:txBody>
            <a:bodyPr wrap="square" lIns="508" tIns="508" rIns="508" bIns="508" rtlCol="0" anchor="ctr">
              <a:normAutofit fontScale="77500" lnSpcReduction="20000"/>
            </a:bodyPr>
            <a:lstStyle/>
            <a:p>
              <a:pPr marL="0" indent="0" algn="ctr">
                <a:buNone/>
              </a:pPr>
              <a:r>
                <a:rPr lang="en-US" sz="1666" b="1" dirty="0">
                  <a:solidFill>
                    <a:srgbClr val="1B1C19"/>
                  </a:solidFill>
                  <a:latin typeface="Barlow Semi Condensed" pitchFamily="34" charset="0"/>
                  <a:ea typeface="Barlow Semi Condensed" pitchFamily="34" charset="-122"/>
                  <a:cs typeface="Barlow Semi Condensed" pitchFamily="34" charset="-120"/>
                </a:rPr>
                <a:t>Organize</a:t>
              </a:r>
              <a:endParaRPr lang="en-US" sz="1250" dirty="0"/>
            </a:p>
          </p:txBody>
        </p:sp>
        <p:sp>
          <p:nvSpPr>
            <p:cNvPr id="38" name="Shape 36"/>
            <p:cNvSpPr/>
            <p:nvPr/>
          </p:nvSpPr>
          <p:spPr>
            <a:xfrm>
              <a:off x="6120384" y="3401568"/>
              <a:ext cx="1889760" cy="390144"/>
            </a:xfrm>
            <a:prstGeom prst="roundRect">
              <a:avLst>
                <a:gd name="adj" fmla="val 18750"/>
              </a:avLst>
            </a:prstGeom>
            <a:solidFill>
              <a:srgbClr val="FFFFFF"/>
            </a:solidFill>
            <a:ln w="16933">
              <a:solidFill>
                <a:srgbClr val="BBC4C9"/>
              </a:solidFill>
              <a:prstDash val="solid"/>
            </a:ln>
          </p:spPr>
          <p:txBody>
            <a:bodyPr/>
            <a:lstStyle/>
            <a:p>
              <a:endParaRPr/>
            </a:p>
          </p:txBody>
        </p:sp>
        <p:sp>
          <p:nvSpPr>
            <p:cNvPr id="39" name="Text 37"/>
            <p:cNvSpPr/>
            <p:nvPr/>
          </p:nvSpPr>
          <p:spPr>
            <a:xfrm>
              <a:off x="6181344" y="3474720"/>
              <a:ext cx="1767840" cy="170688"/>
            </a:xfrm>
            <a:prstGeom prst="rect">
              <a:avLst/>
            </a:prstGeom>
            <a:noFill/>
            <a:ln/>
          </p:spPr>
          <p:txBody>
            <a:bodyPr wrap="square" lIns="508" tIns="508" rIns="508" bIns="508" rtlCol="0" anchor="ctr">
              <a:normAutofit fontScale="77500" lnSpcReduction="20000"/>
            </a:bodyPr>
            <a:lstStyle/>
            <a:p>
              <a:pPr marL="0" indent="0" algn="ctr">
                <a:buNone/>
              </a:pPr>
              <a:r>
                <a:rPr lang="en-US" sz="1666" b="1" dirty="0">
                  <a:solidFill>
                    <a:srgbClr val="1B1C19"/>
                  </a:solidFill>
                  <a:latin typeface="Barlow Semi Condensed" pitchFamily="34" charset="0"/>
                  <a:ea typeface="Barlow Semi Condensed" pitchFamily="34" charset="-122"/>
                  <a:cs typeface="Barlow Semi Condensed" pitchFamily="34" charset="-120"/>
                </a:rPr>
                <a:t>Review</a:t>
              </a:r>
              <a:endParaRPr lang="en-US" sz="1250" dirty="0"/>
            </a:p>
          </p:txBody>
        </p:sp>
        <p:sp>
          <p:nvSpPr>
            <p:cNvPr id="40" name="Shape 38"/>
            <p:cNvSpPr/>
            <p:nvPr/>
          </p:nvSpPr>
          <p:spPr>
            <a:xfrm>
              <a:off x="8375904" y="3401568"/>
              <a:ext cx="1889760" cy="390144"/>
            </a:xfrm>
            <a:prstGeom prst="roundRect">
              <a:avLst>
                <a:gd name="adj" fmla="val 18750"/>
              </a:avLst>
            </a:prstGeom>
            <a:solidFill>
              <a:srgbClr val="FFFFFF"/>
            </a:solidFill>
            <a:ln w="16933">
              <a:solidFill>
                <a:srgbClr val="BBC4C9"/>
              </a:solidFill>
              <a:prstDash val="solid"/>
            </a:ln>
          </p:spPr>
          <p:txBody>
            <a:bodyPr/>
            <a:lstStyle/>
            <a:p>
              <a:endParaRPr/>
            </a:p>
          </p:txBody>
        </p:sp>
        <p:sp>
          <p:nvSpPr>
            <p:cNvPr id="41" name="Text 39"/>
            <p:cNvSpPr/>
            <p:nvPr/>
          </p:nvSpPr>
          <p:spPr>
            <a:xfrm>
              <a:off x="8436864" y="3474720"/>
              <a:ext cx="1767840" cy="170688"/>
            </a:xfrm>
            <a:prstGeom prst="rect">
              <a:avLst/>
            </a:prstGeom>
            <a:noFill/>
            <a:ln/>
          </p:spPr>
          <p:txBody>
            <a:bodyPr wrap="square" lIns="508" tIns="508" rIns="508" bIns="508" rtlCol="0" anchor="ctr">
              <a:normAutofit fontScale="77500" lnSpcReduction="20000"/>
            </a:bodyPr>
            <a:lstStyle/>
            <a:p>
              <a:pPr marL="0" indent="0" algn="ctr">
                <a:buNone/>
              </a:pPr>
              <a:r>
                <a:rPr lang="en-US" sz="1666" b="1" dirty="0">
                  <a:solidFill>
                    <a:srgbClr val="1B1C19"/>
                  </a:solidFill>
                  <a:latin typeface="Barlow Semi Condensed" pitchFamily="34" charset="0"/>
                  <a:ea typeface="Barlow Semi Condensed" pitchFamily="34" charset="-122"/>
                  <a:cs typeface="Barlow Semi Condensed" pitchFamily="34" charset="-120"/>
                </a:rPr>
                <a:t>Brainstorm</a:t>
              </a:r>
              <a:endParaRPr lang="en-US" sz="1250" dirty="0"/>
            </a:p>
          </p:txBody>
        </p:sp>
        <p:sp>
          <p:nvSpPr>
            <p:cNvPr id="42" name="Shape 40"/>
            <p:cNvSpPr/>
            <p:nvPr/>
          </p:nvSpPr>
          <p:spPr>
            <a:xfrm>
              <a:off x="6120384" y="3974592"/>
              <a:ext cx="1889760" cy="390144"/>
            </a:xfrm>
            <a:prstGeom prst="roundRect">
              <a:avLst>
                <a:gd name="adj" fmla="val 18750"/>
              </a:avLst>
            </a:prstGeom>
            <a:solidFill>
              <a:srgbClr val="FFFFFF"/>
            </a:solidFill>
            <a:ln w="16933">
              <a:solidFill>
                <a:srgbClr val="BBC4C9"/>
              </a:solidFill>
              <a:prstDash val="solid"/>
            </a:ln>
          </p:spPr>
          <p:txBody>
            <a:bodyPr/>
            <a:lstStyle/>
            <a:p>
              <a:endParaRPr/>
            </a:p>
          </p:txBody>
        </p:sp>
        <p:sp>
          <p:nvSpPr>
            <p:cNvPr id="43" name="Text 41"/>
            <p:cNvSpPr/>
            <p:nvPr/>
          </p:nvSpPr>
          <p:spPr>
            <a:xfrm>
              <a:off x="6181344" y="4047744"/>
              <a:ext cx="1767840" cy="170688"/>
            </a:xfrm>
            <a:prstGeom prst="rect">
              <a:avLst/>
            </a:prstGeom>
            <a:noFill/>
            <a:ln/>
          </p:spPr>
          <p:txBody>
            <a:bodyPr wrap="square" lIns="508" tIns="508" rIns="508" bIns="508" rtlCol="0" anchor="ctr">
              <a:normAutofit fontScale="77500" lnSpcReduction="20000"/>
            </a:bodyPr>
            <a:lstStyle/>
            <a:p>
              <a:pPr marL="0" indent="0" algn="ctr">
                <a:buNone/>
              </a:pPr>
              <a:r>
                <a:rPr lang="en-US" sz="1666" b="1" dirty="0">
                  <a:solidFill>
                    <a:srgbClr val="1B1C19"/>
                  </a:solidFill>
                  <a:latin typeface="Barlow Semi Condensed" pitchFamily="34" charset="0"/>
                  <a:ea typeface="Barlow Semi Condensed" pitchFamily="34" charset="-122"/>
                  <a:cs typeface="Barlow Semi Condensed" pitchFamily="34" charset="-120"/>
                </a:rPr>
                <a:t>Compare</a:t>
              </a:r>
              <a:endParaRPr lang="en-US" sz="1250" dirty="0"/>
            </a:p>
          </p:txBody>
        </p:sp>
        <p:sp>
          <p:nvSpPr>
            <p:cNvPr id="44" name="Shape 42"/>
            <p:cNvSpPr/>
            <p:nvPr/>
          </p:nvSpPr>
          <p:spPr>
            <a:xfrm>
              <a:off x="8375904" y="3974592"/>
              <a:ext cx="1889760" cy="390144"/>
            </a:xfrm>
            <a:prstGeom prst="roundRect">
              <a:avLst>
                <a:gd name="adj" fmla="val 18750"/>
              </a:avLst>
            </a:prstGeom>
            <a:solidFill>
              <a:srgbClr val="FFFFFF"/>
            </a:solidFill>
            <a:ln w="16933">
              <a:solidFill>
                <a:srgbClr val="BBC4C9"/>
              </a:solidFill>
              <a:prstDash val="solid"/>
            </a:ln>
          </p:spPr>
          <p:txBody>
            <a:bodyPr/>
            <a:lstStyle/>
            <a:p>
              <a:endParaRPr/>
            </a:p>
          </p:txBody>
        </p:sp>
        <p:sp>
          <p:nvSpPr>
            <p:cNvPr id="45" name="Text 43"/>
            <p:cNvSpPr/>
            <p:nvPr/>
          </p:nvSpPr>
          <p:spPr>
            <a:xfrm>
              <a:off x="8436864" y="4047744"/>
              <a:ext cx="1767840" cy="170688"/>
            </a:xfrm>
            <a:prstGeom prst="rect">
              <a:avLst/>
            </a:prstGeom>
            <a:noFill/>
            <a:ln/>
          </p:spPr>
          <p:txBody>
            <a:bodyPr wrap="square" lIns="508" tIns="508" rIns="508" bIns="508" rtlCol="0" anchor="ctr">
              <a:normAutofit fontScale="77500" lnSpcReduction="20000"/>
            </a:bodyPr>
            <a:lstStyle/>
            <a:p>
              <a:pPr marL="0" indent="0" algn="ctr">
                <a:buNone/>
              </a:pPr>
              <a:r>
                <a:rPr lang="en-US" sz="1666" b="1" dirty="0">
                  <a:solidFill>
                    <a:srgbClr val="1B1C19"/>
                  </a:solidFill>
                  <a:latin typeface="Barlow Semi Condensed" pitchFamily="34" charset="0"/>
                  <a:ea typeface="Barlow Semi Condensed" pitchFamily="34" charset="-122"/>
                  <a:cs typeface="Barlow Semi Condensed" pitchFamily="34" charset="-120"/>
                </a:rPr>
                <a:t>Automate</a:t>
              </a:r>
              <a:endParaRPr lang="en-US" sz="1250" dirty="0"/>
            </a:p>
          </p:txBody>
        </p:sp>
      </p:grpSp>
      <p:grpSp>
        <p:nvGrpSpPr>
          <p:cNvPr id="54" name="Group 53">
            <a:extLst>
              <a:ext uri="{FF2B5EF4-FFF2-40B4-BE49-F238E27FC236}">
                <a16:creationId xmlns:a16="http://schemas.microsoft.com/office/drawing/2014/main" id="{E6FC5C40-BF93-641B-5098-376425433023}"/>
              </a:ext>
            </a:extLst>
          </p:cNvPr>
          <p:cNvGrpSpPr/>
          <p:nvPr/>
        </p:nvGrpSpPr>
        <p:grpSpPr>
          <a:xfrm>
            <a:off x="6478195" y="2110803"/>
            <a:ext cx="4145280" cy="402337"/>
            <a:chOff x="1297536" y="4432251"/>
            <a:chExt cx="1455089" cy="707136"/>
          </a:xfrm>
        </p:grpSpPr>
        <p:sp>
          <p:nvSpPr>
            <p:cNvPr id="46" name="Shape 44"/>
            <p:cNvSpPr/>
            <p:nvPr/>
          </p:nvSpPr>
          <p:spPr>
            <a:xfrm>
              <a:off x="1297536" y="4432251"/>
              <a:ext cx="1455089" cy="707136"/>
            </a:xfrm>
            <a:prstGeom prst="roundRect">
              <a:avLst>
                <a:gd name="adj" fmla="val 10345"/>
              </a:avLst>
            </a:prstGeom>
            <a:solidFill>
              <a:srgbClr val="F9FF0D"/>
            </a:solidFill>
            <a:ln w="16933">
              <a:solidFill>
                <a:srgbClr val="F9FF0D">
                  <a:alpha val="0"/>
                </a:srgbClr>
              </a:solidFill>
              <a:prstDash val="solid"/>
            </a:ln>
          </p:spPr>
          <p:txBody>
            <a:bodyPr/>
            <a:lstStyle/>
            <a:p>
              <a:endParaRPr/>
            </a:p>
          </p:txBody>
        </p:sp>
        <p:sp>
          <p:nvSpPr>
            <p:cNvPr id="47" name="Text 45"/>
            <p:cNvSpPr/>
            <p:nvPr/>
          </p:nvSpPr>
          <p:spPr>
            <a:xfrm>
              <a:off x="1492608" y="4578555"/>
              <a:ext cx="1085088" cy="414528"/>
            </a:xfrm>
            <a:prstGeom prst="rect">
              <a:avLst/>
            </a:prstGeom>
            <a:noFill/>
            <a:ln/>
          </p:spPr>
          <p:txBody>
            <a:bodyPr wrap="square" lIns="508" tIns="508" rIns="508" bIns="508" rtlCol="0" anchor="ctr">
              <a:normAutofit/>
            </a:bodyPr>
            <a:lstStyle/>
            <a:p>
              <a:pPr marL="0" indent="0" algn="ctr">
                <a:buNone/>
              </a:pPr>
              <a:r>
                <a:rPr lang="en-US" sz="1400" b="1" dirty="0">
                  <a:solidFill>
                    <a:srgbClr val="1B1C19"/>
                  </a:solidFill>
                  <a:latin typeface="Barlow Semi Condensed" pitchFamily="34" charset="0"/>
                  <a:ea typeface="Barlow Semi Condensed" pitchFamily="34" charset="-122"/>
                  <a:cs typeface="Barlow Semi Condensed" pitchFamily="34" charset="-120"/>
                </a:rPr>
                <a:t>Key question: What job do I want AI to do?</a:t>
              </a:r>
              <a:endParaRPr lang="en-US" sz="1000" dirty="0"/>
            </a:p>
          </p:txBody>
        </p:sp>
      </p:grpSp>
      <p:pic>
        <p:nvPicPr>
          <p:cNvPr id="49" name="Image 0" descr="/home/oai/skills/fabletics-deck/assets/logos/F-Icon-Dark.png"/>
          <p:cNvPicPr>
            <a:picLocks noChangeAspect="1"/>
          </p:cNvPicPr>
          <p:nvPr/>
        </p:nvPicPr>
        <p:blipFill>
          <a:blip r:embed="rId3"/>
          <a:stretch>
            <a:fillRect/>
          </a:stretch>
        </p:blipFill>
        <p:spPr>
          <a:xfrm>
            <a:off x="426720" y="6278880"/>
            <a:ext cx="341376" cy="304800"/>
          </a:xfrm>
          <a:prstGeom prst="rect">
            <a:avLst/>
          </a:prstGeom>
        </p:spPr>
      </p:pic>
      <p:sp>
        <p:nvSpPr>
          <p:cNvPr id="50" name="Text 47"/>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1B1C19"/>
                </a:solidFill>
                <a:latin typeface="Barlow Semi Condensed" pitchFamily="34" charset="0"/>
                <a:ea typeface="Barlow Semi Condensed" pitchFamily="34" charset="-122"/>
                <a:cs typeface="Barlow Semi Condensed" pitchFamily="34" charset="-120"/>
              </a:rPr>
              <a:t>CONFIDENTIAL        6</a:t>
            </a:r>
            <a:endParaRPr lang="en-US" sz="800" dirty="0"/>
          </a:p>
        </p:txBody>
      </p:sp>
      <p:grpSp>
        <p:nvGrpSpPr>
          <p:cNvPr id="51" name="Group 50">
            <a:extLst>
              <a:ext uri="{FF2B5EF4-FFF2-40B4-BE49-F238E27FC236}">
                <a16:creationId xmlns:a16="http://schemas.microsoft.com/office/drawing/2014/main" id="{A85B74A3-E00D-4FF1-6B32-7480F2A61369}"/>
              </a:ext>
            </a:extLst>
          </p:cNvPr>
          <p:cNvGrpSpPr/>
          <p:nvPr/>
        </p:nvGrpSpPr>
        <p:grpSpPr>
          <a:xfrm>
            <a:off x="792480" y="5340623"/>
            <a:ext cx="10363200" cy="560832"/>
            <a:chOff x="792480" y="5181600"/>
            <a:chExt cx="10363200" cy="560832"/>
          </a:xfrm>
        </p:grpSpPr>
        <p:sp>
          <p:nvSpPr>
            <p:cNvPr id="52" name="Shape 29">
              <a:extLst>
                <a:ext uri="{FF2B5EF4-FFF2-40B4-BE49-F238E27FC236}">
                  <a16:creationId xmlns:a16="http://schemas.microsoft.com/office/drawing/2014/main" id="{501877C6-9A28-5749-D7D8-DB7BA2258CAF}"/>
                </a:ext>
              </a:extLst>
            </p:cNvPr>
            <p:cNvSpPr/>
            <p:nvPr/>
          </p:nvSpPr>
          <p:spPr>
            <a:xfrm>
              <a:off x="792480" y="5181600"/>
              <a:ext cx="10363200" cy="560832"/>
            </a:xfrm>
            <a:prstGeom prst="roundRect">
              <a:avLst>
                <a:gd name="adj" fmla="val 13043"/>
              </a:avLst>
            </a:prstGeom>
            <a:solidFill>
              <a:srgbClr val="1B1C19"/>
            </a:solidFill>
            <a:ln w="16933">
              <a:solidFill>
                <a:srgbClr val="1B1C19">
                  <a:alpha val="0"/>
                </a:srgbClr>
              </a:solidFill>
              <a:prstDash val="solid"/>
            </a:ln>
          </p:spPr>
          <p:txBody>
            <a:bodyPr/>
            <a:lstStyle/>
            <a:p>
              <a:endParaRPr/>
            </a:p>
          </p:txBody>
        </p:sp>
        <p:sp>
          <p:nvSpPr>
            <p:cNvPr id="53" name="Text 30">
              <a:extLst>
                <a:ext uri="{FF2B5EF4-FFF2-40B4-BE49-F238E27FC236}">
                  <a16:creationId xmlns:a16="http://schemas.microsoft.com/office/drawing/2014/main" id="{36102ED5-FBF6-7548-D1DA-CD81C4D0B3FB}"/>
                </a:ext>
              </a:extLst>
            </p:cNvPr>
            <p:cNvSpPr/>
            <p:nvPr/>
          </p:nvSpPr>
          <p:spPr>
            <a:xfrm>
              <a:off x="987552" y="5327904"/>
              <a:ext cx="9973056" cy="268224"/>
            </a:xfrm>
            <a:prstGeom prst="rect">
              <a:avLst/>
            </a:prstGeom>
            <a:noFill/>
            <a:ln/>
          </p:spPr>
          <p:txBody>
            <a:bodyPr wrap="square" lIns="508" tIns="508" rIns="508" bIns="508" rtlCol="0" anchor="ctr">
              <a:normAutofit lnSpcReduction="10000"/>
            </a:bodyPr>
            <a:lstStyle/>
            <a:p>
              <a:pPr algn="ctr"/>
              <a:r>
                <a:rPr lang="en-US" b="1" dirty="0">
                  <a:solidFill>
                    <a:srgbClr val="FFFF00"/>
                  </a:solidFill>
                </a:rPr>
                <a:t>What to do now: Work independently on Section 2. If you get stuck, use the Think with AI Quick Start Card.</a:t>
              </a:r>
              <a:endParaRPr lang="en-US" sz="1300" b="1" dirty="0">
                <a:solidFill>
                  <a:srgbClr val="FFFF00"/>
                </a:solidFil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1ED"/>
        </a:solidFill>
        <a:effectLst/>
      </p:bgPr>
    </p:bg>
    <p:spTree>
      <p:nvGrpSpPr>
        <p:cNvPr id="1" name=""/>
        <p:cNvGrpSpPr/>
        <p:nvPr/>
      </p:nvGrpSpPr>
      <p:grpSpPr>
        <a:xfrm>
          <a:off x="0" y="0"/>
          <a:ext cx="0" cy="0"/>
          <a:chOff x="0" y="0"/>
          <a:chExt cx="0" cy="0"/>
        </a:xfrm>
      </p:grpSpPr>
      <p:sp>
        <p:nvSpPr>
          <p:cNvPr id="2" name="Text 0"/>
          <p:cNvSpPr/>
          <p:nvPr/>
        </p:nvSpPr>
        <p:spPr>
          <a:xfrm>
            <a:off x="670560" y="463296"/>
            <a:ext cx="10850880" cy="512064"/>
          </a:xfrm>
          <a:prstGeom prst="rect">
            <a:avLst/>
          </a:prstGeom>
          <a:noFill/>
          <a:ln/>
        </p:spPr>
        <p:txBody>
          <a:bodyPr wrap="square" lIns="0" tIns="0" rIns="0" bIns="0" rtlCol="0" anchor="ctr">
            <a:normAutofit lnSpcReduction="10000"/>
          </a:bodyPr>
          <a:lstStyle/>
          <a:p>
            <a:pPr marL="0" indent="0">
              <a:buNone/>
            </a:pPr>
            <a:r>
              <a:rPr lang="en-US" sz="3600" b="1" dirty="0">
                <a:solidFill>
                  <a:srgbClr val="1B1C19"/>
                </a:solidFill>
                <a:latin typeface="Barlow Semi Condensed" pitchFamily="34" charset="0"/>
                <a:ea typeface="Barlow Semi Condensed" pitchFamily="34" charset="-122"/>
                <a:cs typeface="Barlow Semi Condensed" pitchFamily="34" charset="-120"/>
              </a:rPr>
              <a:t>Choose the simplest solution that will help every time.</a:t>
            </a:r>
            <a:endParaRPr lang="en-US" sz="2700" dirty="0"/>
          </a:p>
        </p:txBody>
      </p:sp>
      <p:sp>
        <p:nvSpPr>
          <p:cNvPr id="3" name="Text 1"/>
          <p:cNvSpPr/>
          <p:nvPr/>
        </p:nvSpPr>
        <p:spPr>
          <a:xfrm>
            <a:off x="792480" y="999744"/>
            <a:ext cx="4023360" cy="268224"/>
          </a:xfrm>
          <a:prstGeom prst="rect">
            <a:avLst/>
          </a:prstGeom>
          <a:noFill/>
          <a:ln/>
        </p:spPr>
        <p:txBody>
          <a:bodyPr wrap="square" lIns="508" tIns="508" rIns="508" bIns="508" rtlCol="0" anchor="ctr">
            <a:normAutofit/>
          </a:bodyPr>
          <a:lstStyle/>
          <a:p>
            <a:pPr marL="0" indent="0" algn="l">
              <a:buNone/>
            </a:pPr>
            <a:r>
              <a:rPr lang="en-US" sz="1466" b="1" dirty="0">
                <a:solidFill>
                  <a:srgbClr val="81817F"/>
                </a:solidFill>
                <a:latin typeface="Barlow Semi Condensed" pitchFamily="34" charset="0"/>
                <a:ea typeface="Barlow Semi Condensed" pitchFamily="34" charset="-122"/>
                <a:cs typeface="Barlow Semi Condensed" pitchFamily="34" charset="-120"/>
              </a:rPr>
              <a:t>Workflow Improvement Canvas</a:t>
            </a:r>
            <a:endParaRPr lang="en-US" sz="1100" dirty="0"/>
          </a:p>
        </p:txBody>
      </p:sp>
      <p:sp>
        <p:nvSpPr>
          <p:cNvPr id="4" name="Shape 2"/>
          <p:cNvSpPr/>
          <p:nvPr/>
        </p:nvSpPr>
        <p:spPr>
          <a:xfrm>
            <a:off x="792480" y="1280160"/>
            <a:ext cx="268224" cy="268224"/>
          </a:xfrm>
          <a:prstGeom prst="ellipse">
            <a:avLst/>
          </a:prstGeom>
          <a:solidFill>
            <a:srgbClr val="1B1C19"/>
          </a:solidFill>
          <a:ln w="20320">
            <a:solidFill>
              <a:srgbClr val="1B1C19"/>
            </a:solidFill>
            <a:prstDash val="solid"/>
          </a:ln>
        </p:spPr>
        <p:txBody>
          <a:bodyPr/>
          <a:lstStyle/>
          <a:p>
            <a:endParaRPr/>
          </a:p>
        </p:txBody>
      </p:sp>
      <p:sp>
        <p:nvSpPr>
          <p:cNvPr id="5" name="Text 3"/>
          <p:cNvSpPr/>
          <p:nvPr/>
        </p:nvSpPr>
        <p:spPr>
          <a:xfrm>
            <a:off x="824179" y="1292352"/>
            <a:ext cx="207264" cy="182880"/>
          </a:xfrm>
          <a:prstGeom prst="rect">
            <a:avLst/>
          </a:prstGeom>
          <a:noFill/>
          <a:ln/>
        </p:spPr>
        <p:txBody>
          <a:bodyPr wrap="square" lIns="508" tIns="508" rIns="508" bIns="508" rtlCol="0" anchor="ctr">
            <a:normAutofit/>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a:t>
            </a:r>
            <a:endParaRPr lang="en-US" sz="800" dirty="0"/>
          </a:p>
        </p:txBody>
      </p:sp>
      <p:sp>
        <p:nvSpPr>
          <p:cNvPr id="6" name="Shape 4"/>
          <p:cNvSpPr/>
          <p:nvPr/>
        </p:nvSpPr>
        <p:spPr>
          <a:xfrm>
            <a:off x="1097280" y="1414272"/>
            <a:ext cx="1719072" cy="0"/>
          </a:xfrm>
          <a:prstGeom prst="line">
            <a:avLst/>
          </a:prstGeom>
          <a:noFill/>
          <a:ln w="18627">
            <a:solidFill>
              <a:srgbClr val="BBC4C9"/>
            </a:solidFill>
            <a:prstDash val="solid"/>
            <a:headEnd type="none"/>
            <a:tailEnd type="triangle"/>
          </a:ln>
        </p:spPr>
        <p:txBody>
          <a:bodyPr/>
          <a:lstStyle/>
          <a:p>
            <a:endParaRPr/>
          </a:p>
        </p:txBody>
      </p:sp>
      <p:sp>
        <p:nvSpPr>
          <p:cNvPr id="7" name="Text 5"/>
          <p:cNvSpPr/>
          <p:nvPr/>
        </p:nvSpPr>
        <p:spPr>
          <a:xfrm>
            <a:off x="4267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Understand</a:t>
            </a:r>
            <a:endParaRPr lang="en-US" sz="950" dirty="0"/>
          </a:p>
        </p:txBody>
      </p:sp>
      <p:sp>
        <p:nvSpPr>
          <p:cNvPr id="8" name="Shape 6"/>
          <p:cNvSpPr/>
          <p:nvPr/>
        </p:nvSpPr>
        <p:spPr>
          <a:xfrm>
            <a:off x="2926080" y="1280160"/>
            <a:ext cx="268224" cy="268224"/>
          </a:xfrm>
          <a:prstGeom prst="ellipse">
            <a:avLst/>
          </a:prstGeom>
          <a:solidFill>
            <a:srgbClr val="1B1C19"/>
          </a:solidFill>
          <a:ln w="20320">
            <a:solidFill>
              <a:srgbClr val="1B1C19"/>
            </a:solidFill>
            <a:prstDash val="solid"/>
          </a:ln>
        </p:spPr>
        <p:txBody>
          <a:bodyPr/>
          <a:lstStyle/>
          <a:p>
            <a:endParaRPr/>
          </a:p>
        </p:txBody>
      </p:sp>
      <p:sp>
        <p:nvSpPr>
          <p:cNvPr id="9" name="Text 7"/>
          <p:cNvSpPr/>
          <p:nvPr/>
        </p:nvSpPr>
        <p:spPr>
          <a:xfrm>
            <a:off x="2957779" y="1292352"/>
            <a:ext cx="207264" cy="182880"/>
          </a:xfrm>
          <a:prstGeom prst="rect">
            <a:avLst/>
          </a:prstGeom>
          <a:noFill/>
          <a:ln/>
        </p:spPr>
        <p:txBody>
          <a:bodyPr wrap="square" lIns="508" tIns="508" rIns="508" bIns="508" rtlCol="0" anchor="ctr">
            <a:normAutofit/>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a:t>
            </a:r>
            <a:endParaRPr lang="en-US" sz="800" dirty="0"/>
          </a:p>
        </p:txBody>
      </p:sp>
      <p:sp>
        <p:nvSpPr>
          <p:cNvPr id="10" name="Shape 8"/>
          <p:cNvSpPr/>
          <p:nvPr/>
        </p:nvSpPr>
        <p:spPr>
          <a:xfrm>
            <a:off x="32308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1" name="Text 9"/>
          <p:cNvSpPr/>
          <p:nvPr/>
        </p:nvSpPr>
        <p:spPr>
          <a:xfrm>
            <a:off x="25603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Spot</a:t>
            </a:r>
            <a:endParaRPr lang="en-US" sz="950" dirty="0"/>
          </a:p>
        </p:txBody>
      </p:sp>
      <p:sp>
        <p:nvSpPr>
          <p:cNvPr id="12" name="Shape 10"/>
          <p:cNvSpPr/>
          <p:nvPr/>
        </p:nvSpPr>
        <p:spPr>
          <a:xfrm>
            <a:off x="5059680" y="1280160"/>
            <a:ext cx="268224" cy="268224"/>
          </a:xfrm>
          <a:prstGeom prst="ellipse">
            <a:avLst/>
          </a:prstGeom>
          <a:solidFill>
            <a:srgbClr val="03A7A4"/>
          </a:solidFill>
          <a:ln w="20320">
            <a:solidFill>
              <a:srgbClr val="03A7A4"/>
            </a:solidFill>
            <a:prstDash val="solid"/>
          </a:ln>
        </p:spPr>
        <p:txBody>
          <a:bodyPr/>
          <a:lstStyle/>
          <a:p>
            <a:endParaRPr/>
          </a:p>
        </p:txBody>
      </p:sp>
      <p:sp>
        <p:nvSpPr>
          <p:cNvPr id="13" name="Shape 11"/>
          <p:cNvSpPr/>
          <p:nvPr/>
        </p:nvSpPr>
        <p:spPr>
          <a:xfrm>
            <a:off x="53644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4" name="Text 12"/>
          <p:cNvSpPr/>
          <p:nvPr/>
        </p:nvSpPr>
        <p:spPr>
          <a:xfrm>
            <a:off x="4693920" y="1609344"/>
            <a:ext cx="999744" cy="243840"/>
          </a:xfrm>
          <a:prstGeom prst="rect">
            <a:avLst/>
          </a:prstGeom>
          <a:noFill/>
          <a:ln/>
        </p:spPr>
        <p:txBody>
          <a:bodyPr wrap="square" lIns="508" tIns="508" rIns="508" bIns="508" rtlCol="0" anchor="ctr">
            <a:normAutofit/>
          </a:bodyPr>
          <a:lstStyle/>
          <a:p>
            <a:pPr marL="0" indent="0" algn="ctr">
              <a:buNone/>
            </a:pPr>
            <a:r>
              <a:rPr lang="en-US" sz="1266" b="1" dirty="0">
                <a:solidFill>
                  <a:srgbClr val="03A7A4"/>
                </a:solidFill>
                <a:latin typeface="Barlow Semi Condensed" pitchFamily="34" charset="0"/>
                <a:ea typeface="Barlow Semi Condensed" pitchFamily="34" charset="-122"/>
                <a:cs typeface="Barlow Semi Condensed" pitchFamily="34" charset="-120"/>
              </a:rPr>
              <a:t>Choose</a:t>
            </a:r>
            <a:endParaRPr lang="en-US" sz="950" dirty="0"/>
          </a:p>
        </p:txBody>
      </p:sp>
      <p:sp>
        <p:nvSpPr>
          <p:cNvPr id="15" name="Shape 13"/>
          <p:cNvSpPr/>
          <p:nvPr/>
        </p:nvSpPr>
        <p:spPr>
          <a:xfrm>
            <a:off x="7193280" y="1280160"/>
            <a:ext cx="268224" cy="268224"/>
          </a:xfrm>
          <a:prstGeom prst="ellipse">
            <a:avLst/>
          </a:prstGeom>
          <a:solidFill>
            <a:srgbClr val="FFFFFF"/>
          </a:solidFill>
          <a:ln w="20320">
            <a:solidFill>
              <a:srgbClr val="BBC4C9"/>
            </a:solidFill>
            <a:prstDash val="solid"/>
          </a:ln>
        </p:spPr>
        <p:txBody>
          <a:bodyPr/>
          <a:lstStyle/>
          <a:p>
            <a:endParaRPr/>
          </a:p>
        </p:txBody>
      </p:sp>
      <p:sp>
        <p:nvSpPr>
          <p:cNvPr id="16" name="Shape 14"/>
          <p:cNvSpPr/>
          <p:nvPr/>
        </p:nvSpPr>
        <p:spPr>
          <a:xfrm>
            <a:off x="74980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7" name="Text 15"/>
          <p:cNvSpPr/>
          <p:nvPr/>
        </p:nvSpPr>
        <p:spPr>
          <a:xfrm>
            <a:off x="68275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Create</a:t>
            </a:r>
            <a:endParaRPr lang="en-US" sz="950" dirty="0"/>
          </a:p>
        </p:txBody>
      </p:sp>
      <p:sp>
        <p:nvSpPr>
          <p:cNvPr id="18" name="Shape 16"/>
          <p:cNvSpPr/>
          <p:nvPr/>
        </p:nvSpPr>
        <p:spPr>
          <a:xfrm>
            <a:off x="9326880" y="1280160"/>
            <a:ext cx="268224" cy="268224"/>
          </a:xfrm>
          <a:prstGeom prst="ellipse">
            <a:avLst/>
          </a:prstGeom>
          <a:solidFill>
            <a:srgbClr val="FFFFFF"/>
          </a:solidFill>
          <a:ln w="20320">
            <a:solidFill>
              <a:srgbClr val="BBC4C9"/>
            </a:solidFill>
            <a:prstDash val="solid"/>
          </a:ln>
        </p:spPr>
        <p:txBody>
          <a:bodyPr/>
          <a:lstStyle/>
          <a:p>
            <a:endParaRPr/>
          </a:p>
        </p:txBody>
      </p:sp>
      <p:sp>
        <p:nvSpPr>
          <p:cNvPr id="19" name="Text 17"/>
          <p:cNvSpPr/>
          <p:nvPr/>
        </p:nvSpPr>
        <p:spPr>
          <a:xfrm>
            <a:off x="89611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Commit</a:t>
            </a:r>
            <a:endParaRPr lang="en-US" sz="950" dirty="0"/>
          </a:p>
        </p:txBody>
      </p:sp>
      <p:sp>
        <p:nvSpPr>
          <p:cNvPr id="20" name="Text 18"/>
          <p:cNvSpPr/>
          <p:nvPr/>
        </p:nvSpPr>
        <p:spPr>
          <a:xfrm>
            <a:off x="792480" y="2020158"/>
            <a:ext cx="1645920" cy="292608"/>
          </a:xfrm>
          <a:prstGeom prst="rect">
            <a:avLst/>
          </a:prstGeom>
          <a:solidFill>
            <a:srgbClr val="1B1C19"/>
          </a:solidFill>
          <a:ln>
            <a:solidFill>
              <a:srgbClr val="1B1C19"/>
            </a:solidFill>
          </a:ln>
        </p:spPr>
        <p:txBody>
          <a:bodyPr wrap="square" lIns="381" tIns="381" rIns="381" bIns="381" rtlCol="0" anchor="ctr"/>
          <a:lstStyle/>
          <a:p>
            <a:pPr marL="0" indent="0" algn="ctr">
              <a:buNone/>
            </a:pPr>
            <a:r>
              <a:rPr lang="en-US" sz="1466" b="1" dirty="0">
                <a:solidFill>
                  <a:srgbClr val="FFFFFF"/>
                </a:solidFill>
                <a:latin typeface="Barlow Semi Condensed" pitchFamily="34" charset="0"/>
                <a:ea typeface="Barlow Semi Condensed" pitchFamily="34" charset="-122"/>
                <a:cs typeface="Barlow Semi Condensed" pitchFamily="34" charset="-120"/>
              </a:rPr>
              <a:t>5–7 MINUTES</a:t>
            </a:r>
            <a:endParaRPr lang="en-US" sz="1100" dirty="0"/>
          </a:p>
        </p:txBody>
      </p:sp>
      <p:sp>
        <p:nvSpPr>
          <p:cNvPr id="21" name="Text 19"/>
          <p:cNvSpPr/>
          <p:nvPr/>
        </p:nvSpPr>
        <p:spPr>
          <a:xfrm>
            <a:off x="792480" y="2377440"/>
            <a:ext cx="4145280" cy="243840"/>
          </a:xfrm>
          <a:prstGeom prst="rect">
            <a:avLst/>
          </a:prstGeom>
          <a:noFill/>
          <a:ln/>
        </p:spPr>
        <p:txBody>
          <a:bodyPr wrap="square" lIns="508" tIns="508" rIns="508" bIns="508" rtlCol="0" anchor="ctr">
            <a:normAutofit/>
          </a:bodyPr>
          <a:lstStyle/>
          <a:p>
            <a:pPr marL="0" indent="0" algn="l">
              <a:buNone/>
            </a:pPr>
            <a:r>
              <a:rPr lang="en-US" sz="1333" b="1" dirty="0">
                <a:solidFill>
                  <a:srgbClr val="03A7A4"/>
                </a:solidFill>
                <a:latin typeface="Barlow Semi Condensed" pitchFamily="34" charset="0"/>
                <a:ea typeface="Barlow Semi Condensed" pitchFamily="34" charset="-122"/>
                <a:cs typeface="Barlow Semi Condensed" pitchFamily="34" charset="-120"/>
              </a:rPr>
              <a:t>COMPLETE SECTION 3</a:t>
            </a:r>
            <a:endParaRPr lang="en-US" sz="1000" dirty="0"/>
          </a:p>
        </p:txBody>
      </p:sp>
      <p:sp>
        <p:nvSpPr>
          <p:cNvPr id="22" name="Shape 20"/>
          <p:cNvSpPr/>
          <p:nvPr/>
        </p:nvSpPr>
        <p:spPr>
          <a:xfrm>
            <a:off x="829056" y="2828544"/>
            <a:ext cx="268224" cy="268224"/>
          </a:xfrm>
          <a:prstGeom prst="ellipse">
            <a:avLst/>
          </a:prstGeom>
          <a:solidFill>
            <a:srgbClr val="03A7A4"/>
          </a:solidFill>
          <a:ln w="16933">
            <a:solidFill>
              <a:srgbClr val="03A7A4"/>
            </a:solidFill>
            <a:prstDash val="solid"/>
          </a:ln>
        </p:spPr>
        <p:txBody>
          <a:bodyPr/>
          <a:lstStyle/>
          <a:p>
            <a:endParaRPr/>
          </a:p>
        </p:txBody>
      </p:sp>
      <p:sp>
        <p:nvSpPr>
          <p:cNvPr id="23" name="Text 21"/>
          <p:cNvSpPr/>
          <p:nvPr/>
        </p:nvSpPr>
        <p:spPr>
          <a:xfrm>
            <a:off x="877824" y="2859024"/>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1</a:t>
            </a:r>
            <a:endParaRPr lang="en-US" sz="800" dirty="0"/>
          </a:p>
        </p:txBody>
      </p:sp>
      <p:sp>
        <p:nvSpPr>
          <p:cNvPr id="24" name="Text 22"/>
          <p:cNvSpPr/>
          <p:nvPr/>
        </p:nvSpPr>
        <p:spPr>
          <a:xfrm>
            <a:off x="1194816" y="2816352"/>
            <a:ext cx="3779520" cy="341376"/>
          </a:xfrm>
          <a:prstGeom prst="rect">
            <a:avLst/>
          </a:prstGeom>
          <a:noFill/>
          <a:ln/>
        </p:spPr>
        <p:txBody>
          <a:bodyPr wrap="square" lIns="508" tIns="508" rIns="508" bIns="508" rtlCol="0" anchor="ctr">
            <a:normAutofit/>
          </a:bodyPr>
          <a:lstStyle/>
          <a:p>
            <a:pPr marL="0" indent="0" algn="l">
              <a:buNone/>
            </a:pPr>
            <a:r>
              <a:rPr lang="en-US" sz="2000" dirty="0">
                <a:solidFill>
                  <a:srgbClr val="1B1C19"/>
                </a:solidFill>
                <a:latin typeface="Barlow Semi Condensed" pitchFamily="34" charset="0"/>
                <a:ea typeface="Barlow Semi Condensed" pitchFamily="34" charset="-122"/>
                <a:cs typeface="Barlow Semi Condensed" pitchFamily="34" charset="-120"/>
              </a:rPr>
              <a:t>Start simple</a:t>
            </a:r>
            <a:endParaRPr lang="en-US" sz="1500" dirty="0"/>
          </a:p>
        </p:txBody>
      </p:sp>
      <p:sp>
        <p:nvSpPr>
          <p:cNvPr id="25" name="Shape 23"/>
          <p:cNvSpPr/>
          <p:nvPr/>
        </p:nvSpPr>
        <p:spPr>
          <a:xfrm>
            <a:off x="829056" y="3340608"/>
            <a:ext cx="268224" cy="268224"/>
          </a:xfrm>
          <a:prstGeom prst="ellipse">
            <a:avLst/>
          </a:prstGeom>
          <a:solidFill>
            <a:srgbClr val="03A7A4"/>
          </a:solidFill>
          <a:ln w="16933">
            <a:solidFill>
              <a:srgbClr val="03A7A4"/>
            </a:solidFill>
            <a:prstDash val="solid"/>
          </a:ln>
        </p:spPr>
        <p:txBody>
          <a:bodyPr/>
          <a:lstStyle/>
          <a:p>
            <a:endParaRPr/>
          </a:p>
        </p:txBody>
      </p:sp>
      <p:sp>
        <p:nvSpPr>
          <p:cNvPr id="26" name="Text 24"/>
          <p:cNvSpPr/>
          <p:nvPr/>
        </p:nvSpPr>
        <p:spPr>
          <a:xfrm>
            <a:off x="877824" y="3371088"/>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2</a:t>
            </a:r>
            <a:endParaRPr lang="en-US" sz="800" dirty="0"/>
          </a:p>
        </p:txBody>
      </p:sp>
      <p:sp>
        <p:nvSpPr>
          <p:cNvPr id="27" name="Text 25"/>
          <p:cNvSpPr/>
          <p:nvPr/>
        </p:nvSpPr>
        <p:spPr>
          <a:xfrm>
            <a:off x="1194816" y="3328416"/>
            <a:ext cx="3779520" cy="341376"/>
          </a:xfrm>
          <a:prstGeom prst="rect">
            <a:avLst/>
          </a:prstGeom>
          <a:noFill/>
          <a:ln/>
        </p:spPr>
        <p:txBody>
          <a:bodyPr wrap="square" lIns="508" tIns="508" rIns="508" bIns="508" rtlCol="0" anchor="ctr">
            <a:normAutofit/>
          </a:bodyPr>
          <a:lstStyle/>
          <a:p>
            <a:pPr marL="0" indent="0" algn="l">
              <a:buNone/>
            </a:pPr>
            <a:r>
              <a:rPr lang="en-US" sz="2000" dirty="0">
                <a:solidFill>
                  <a:srgbClr val="1B1C19"/>
                </a:solidFill>
                <a:latin typeface="Barlow Semi Condensed" pitchFamily="34" charset="0"/>
                <a:ea typeface="Barlow Semi Condensed" pitchFamily="34" charset="-122"/>
                <a:cs typeface="Barlow Semi Condensed" pitchFamily="34" charset="-120"/>
              </a:rPr>
              <a:t>Select the best fit</a:t>
            </a:r>
            <a:endParaRPr lang="en-US" sz="1500" dirty="0"/>
          </a:p>
        </p:txBody>
      </p:sp>
      <p:sp>
        <p:nvSpPr>
          <p:cNvPr id="28" name="Shape 26"/>
          <p:cNvSpPr/>
          <p:nvPr/>
        </p:nvSpPr>
        <p:spPr>
          <a:xfrm>
            <a:off x="829056" y="3852672"/>
            <a:ext cx="268224" cy="268224"/>
          </a:xfrm>
          <a:prstGeom prst="ellipse">
            <a:avLst/>
          </a:prstGeom>
          <a:solidFill>
            <a:srgbClr val="03A7A4"/>
          </a:solidFill>
          <a:ln w="16933">
            <a:solidFill>
              <a:srgbClr val="03A7A4"/>
            </a:solidFill>
            <a:prstDash val="solid"/>
          </a:ln>
        </p:spPr>
        <p:txBody>
          <a:bodyPr/>
          <a:lstStyle/>
          <a:p>
            <a:endParaRPr/>
          </a:p>
        </p:txBody>
      </p:sp>
      <p:sp>
        <p:nvSpPr>
          <p:cNvPr id="29" name="Text 27"/>
          <p:cNvSpPr/>
          <p:nvPr/>
        </p:nvSpPr>
        <p:spPr>
          <a:xfrm>
            <a:off x="877824" y="3883152"/>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3</a:t>
            </a:r>
            <a:endParaRPr lang="en-US" sz="800" dirty="0"/>
          </a:p>
        </p:txBody>
      </p:sp>
      <p:sp>
        <p:nvSpPr>
          <p:cNvPr id="30" name="Text 28"/>
          <p:cNvSpPr/>
          <p:nvPr/>
        </p:nvSpPr>
        <p:spPr>
          <a:xfrm>
            <a:off x="1194816" y="3840480"/>
            <a:ext cx="3779520" cy="341376"/>
          </a:xfrm>
          <a:prstGeom prst="rect">
            <a:avLst/>
          </a:prstGeom>
          <a:noFill/>
          <a:ln/>
        </p:spPr>
        <p:txBody>
          <a:bodyPr wrap="square" lIns="508" tIns="508" rIns="508" bIns="508" rtlCol="0" anchor="ctr">
            <a:normAutofit/>
          </a:bodyPr>
          <a:lstStyle/>
          <a:p>
            <a:pPr marL="0" indent="0" algn="l">
              <a:buNone/>
            </a:pPr>
            <a:r>
              <a:rPr lang="en-US" sz="2000" dirty="0">
                <a:solidFill>
                  <a:srgbClr val="1B1C19"/>
                </a:solidFill>
                <a:latin typeface="Barlow Semi Condensed" pitchFamily="34" charset="0"/>
                <a:ea typeface="Barlow Semi Condensed" pitchFamily="34" charset="-122"/>
                <a:cs typeface="Barlow Semi Condensed" pitchFamily="34" charset="-120"/>
              </a:rPr>
              <a:t>Write why this solution fits</a:t>
            </a:r>
            <a:endParaRPr lang="en-US" sz="1500" dirty="0"/>
          </a:p>
        </p:txBody>
      </p:sp>
      <p:sp>
        <p:nvSpPr>
          <p:cNvPr id="31" name="Text 29"/>
          <p:cNvSpPr/>
          <p:nvPr/>
        </p:nvSpPr>
        <p:spPr>
          <a:xfrm>
            <a:off x="6156960" y="1948599"/>
            <a:ext cx="2682240" cy="243840"/>
          </a:xfrm>
          <a:prstGeom prst="rect">
            <a:avLst/>
          </a:prstGeom>
          <a:noFill/>
          <a:ln/>
        </p:spPr>
        <p:txBody>
          <a:bodyPr wrap="square" lIns="508" tIns="508" rIns="508" bIns="508" rtlCol="0" anchor="ctr">
            <a:normAutofit lnSpcReduction="10000"/>
          </a:bodyPr>
          <a:lstStyle/>
          <a:p>
            <a:pPr marL="0" indent="0" algn="l">
              <a:buNone/>
            </a:pPr>
            <a:r>
              <a:rPr lang="en-US" sz="1600" b="1" dirty="0">
                <a:solidFill>
                  <a:srgbClr val="4F5594"/>
                </a:solidFill>
                <a:latin typeface="Barlow Semi Condensed" pitchFamily="34" charset="0"/>
                <a:ea typeface="Barlow Semi Condensed" pitchFamily="34" charset="-122"/>
                <a:cs typeface="Barlow Semi Condensed" pitchFamily="34" charset="-120"/>
              </a:rPr>
              <a:t>SOLUTION LADDER</a:t>
            </a:r>
            <a:endParaRPr lang="en-US" sz="1100" dirty="0"/>
          </a:p>
        </p:txBody>
      </p:sp>
      <p:grpSp>
        <p:nvGrpSpPr>
          <p:cNvPr id="55" name="Group 54">
            <a:extLst>
              <a:ext uri="{FF2B5EF4-FFF2-40B4-BE49-F238E27FC236}">
                <a16:creationId xmlns:a16="http://schemas.microsoft.com/office/drawing/2014/main" id="{8922C1B8-6C32-6D09-B83B-BAD610962214}"/>
              </a:ext>
            </a:extLst>
          </p:cNvPr>
          <p:cNvGrpSpPr/>
          <p:nvPr/>
        </p:nvGrpSpPr>
        <p:grpSpPr>
          <a:xfrm>
            <a:off x="6156960" y="2267712"/>
            <a:ext cx="5157216" cy="2584704"/>
            <a:chOff x="6156960" y="2267712"/>
            <a:chExt cx="3877056" cy="2584704"/>
          </a:xfrm>
        </p:grpSpPr>
        <p:sp>
          <p:nvSpPr>
            <p:cNvPr id="32" name="Shape 30"/>
            <p:cNvSpPr/>
            <p:nvPr/>
          </p:nvSpPr>
          <p:spPr>
            <a:xfrm>
              <a:off x="6156960" y="2267712"/>
              <a:ext cx="2535936" cy="329184"/>
            </a:xfrm>
            <a:prstGeom prst="roundRect">
              <a:avLst>
                <a:gd name="adj" fmla="val 14815"/>
              </a:avLst>
            </a:prstGeom>
            <a:solidFill>
              <a:srgbClr val="03A7A4"/>
            </a:solidFill>
            <a:ln w="16933">
              <a:solidFill>
                <a:srgbClr val="03A7A4"/>
              </a:solidFill>
              <a:prstDash val="solid"/>
            </a:ln>
          </p:spPr>
          <p:txBody>
            <a:bodyPr/>
            <a:lstStyle/>
            <a:p>
              <a:endParaRPr sz="2800"/>
            </a:p>
          </p:txBody>
        </p:sp>
        <p:sp>
          <p:nvSpPr>
            <p:cNvPr id="33" name="Text 31"/>
            <p:cNvSpPr/>
            <p:nvPr/>
          </p:nvSpPr>
          <p:spPr>
            <a:xfrm>
              <a:off x="6303264" y="2334768"/>
              <a:ext cx="1341120" cy="158496"/>
            </a:xfrm>
            <a:prstGeom prst="rect">
              <a:avLst/>
            </a:prstGeom>
            <a:noFill/>
            <a:ln/>
          </p:spPr>
          <p:txBody>
            <a:bodyPr wrap="square" lIns="508" tIns="508" rIns="508" bIns="508" rtlCol="0" anchor="ctr">
              <a:normAutofit fontScale="85000" lnSpcReduction="20000"/>
            </a:bodyPr>
            <a:lstStyle/>
            <a:p>
              <a:pPr marL="0" indent="0" algn="l">
                <a:buNone/>
              </a:pPr>
              <a:r>
                <a:rPr lang="en-US" sz="1400" b="1" dirty="0">
                  <a:solidFill>
                    <a:srgbClr val="FFFFFF"/>
                  </a:solidFill>
                  <a:latin typeface="Barlow Semi Condensed" pitchFamily="34" charset="0"/>
                  <a:ea typeface="Barlow Semi Condensed" pitchFamily="34" charset="-122"/>
                  <a:cs typeface="Barlow Semi Condensed" pitchFamily="34" charset="-120"/>
                </a:rPr>
                <a:t>Prompt</a:t>
              </a:r>
              <a:endParaRPr lang="en-US" sz="1000" dirty="0"/>
            </a:p>
          </p:txBody>
        </p:sp>
        <p:sp>
          <p:nvSpPr>
            <p:cNvPr id="34" name="Text 32"/>
            <p:cNvSpPr/>
            <p:nvPr/>
          </p:nvSpPr>
          <p:spPr>
            <a:xfrm>
              <a:off x="7364156" y="2334768"/>
              <a:ext cx="1175865" cy="158496"/>
            </a:xfrm>
            <a:prstGeom prst="rect">
              <a:avLst/>
            </a:prstGeom>
            <a:noFill/>
            <a:ln/>
          </p:spPr>
          <p:txBody>
            <a:bodyPr wrap="square" lIns="508" tIns="508" rIns="508" bIns="508" rtlCol="0" anchor="ctr">
              <a:noAutofit/>
            </a:bodyPr>
            <a:lstStyle/>
            <a:p>
              <a:pPr marL="0" indent="0" algn="l">
                <a:buNone/>
              </a:pPr>
              <a:r>
                <a:rPr lang="en-US" sz="1100" dirty="0">
                  <a:solidFill>
                    <a:srgbClr val="FFFFFF"/>
                  </a:solidFill>
                  <a:latin typeface="Barlow Semi Condensed" pitchFamily="34" charset="0"/>
                  <a:ea typeface="Barlow Semi Condensed" pitchFamily="34" charset="-122"/>
                  <a:cs typeface="Barlow Semi Condensed" pitchFamily="34" charset="-120"/>
                </a:rPr>
                <a:t>repeat the same thinking</a:t>
              </a:r>
              <a:endParaRPr lang="en-US" sz="1050" dirty="0"/>
            </a:p>
          </p:txBody>
        </p:sp>
        <p:sp>
          <p:nvSpPr>
            <p:cNvPr id="35" name="Shape 33"/>
            <p:cNvSpPr/>
            <p:nvPr/>
          </p:nvSpPr>
          <p:spPr>
            <a:xfrm>
              <a:off x="6156960" y="2718816"/>
              <a:ext cx="2804160" cy="329184"/>
            </a:xfrm>
            <a:prstGeom prst="roundRect">
              <a:avLst>
                <a:gd name="adj" fmla="val 14815"/>
              </a:avLst>
            </a:prstGeom>
            <a:solidFill>
              <a:srgbClr val="03A7A4"/>
            </a:solidFill>
            <a:ln w="16933">
              <a:solidFill>
                <a:srgbClr val="03A7A4"/>
              </a:solidFill>
              <a:prstDash val="solid"/>
            </a:ln>
          </p:spPr>
          <p:txBody>
            <a:bodyPr/>
            <a:lstStyle/>
            <a:p>
              <a:endParaRPr sz="2800"/>
            </a:p>
          </p:txBody>
        </p:sp>
        <p:sp>
          <p:nvSpPr>
            <p:cNvPr id="36" name="Text 34"/>
            <p:cNvSpPr/>
            <p:nvPr/>
          </p:nvSpPr>
          <p:spPr>
            <a:xfrm>
              <a:off x="6303264" y="2785872"/>
              <a:ext cx="1341120" cy="158496"/>
            </a:xfrm>
            <a:prstGeom prst="rect">
              <a:avLst/>
            </a:prstGeom>
            <a:noFill/>
            <a:ln/>
          </p:spPr>
          <p:txBody>
            <a:bodyPr wrap="square" lIns="508" tIns="508" rIns="508" bIns="508" rtlCol="0" anchor="ctr">
              <a:normAutofit fontScale="85000" lnSpcReduction="20000"/>
            </a:bodyPr>
            <a:lstStyle/>
            <a:p>
              <a:pPr marL="0" indent="0" algn="l">
                <a:buNone/>
              </a:pPr>
              <a:r>
                <a:rPr lang="en-US" sz="1400" b="1" dirty="0">
                  <a:solidFill>
                    <a:srgbClr val="FFFFFF"/>
                  </a:solidFill>
                  <a:latin typeface="Barlow Semi Condensed" pitchFamily="34" charset="0"/>
                  <a:ea typeface="Barlow Semi Condensed" pitchFamily="34" charset="-122"/>
                  <a:cs typeface="Barlow Semi Condensed" pitchFamily="34" charset="-120"/>
                </a:rPr>
                <a:t>Template</a:t>
              </a:r>
              <a:endParaRPr lang="en-US" sz="1000" dirty="0"/>
            </a:p>
          </p:txBody>
        </p:sp>
        <p:sp>
          <p:nvSpPr>
            <p:cNvPr id="37" name="Text 35"/>
            <p:cNvSpPr/>
            <p:nvPr/>
          </p:nvSpPr>
          <p:spPr>
            <a:xfrm>
              <a:off x="7364156" y="2785872"/>
              <a:ext cx="1158240" cy="158496"/>
            </a:xfrm>
            <a:prstGeom prst="rect">
              <a:avLst/>
            </a:prstGeom>
            <a:noFill/>
            <a:ln/>
          </p:spPr>
          <p:txBody>
            <a:bodyPr wrap="square" lIns="508" tIns="508" rIns="508" bIns="508" rtlCol="0" anchor="ctr">
              <a:normAutofit lnSpcReduction="10000"/>
            </a:bodyPr>
            <a:lstStyle/>
            <a:p>
              <a:pPr marL="0" indent="0" algn="l">
                <a:buNone/>
              </a:pPr>
              <a:r>
                <a:rPr lang="en-US" sz="1100" dirty="0">
                  <a:solidFill>
                    <a:srgbClr val="FFFFFF"/>
                  </a:solidFill>
                  <a:latin typeface="Barlow Semi Condensed" pitchFamily="34" charset="0"/>
                  <a:ea typeface="Barlow Semi Condensed" pitchFamily="34" charset="-122"/>
                  <a:cs typeface="Barlow Semi Condensed" pitchFamily="34" charset="-120"/>
                </a:rPr>
                <a:t>same format each time</a:t>
              </a:r>
              <a:endParaRPr lang="en-US" sz="900" dirty="0"/>
            </a:p>
          </p:txBody>
        </p:sp>
        <p:sp>
          <p:nvSpPr>
            <p:cNvPr id="38" name="Shape 36"/>
            <p:cNvSpPr/>
            <p:nvPr/>
          </p:nvSpPr>
          <p:spPr>
            <a:xfrm>
              <a:off x="6156960" y="3169920"/>
              <a:ext cx="3072384" cy="329184"/>
            </a:xfrm>
            <a:prstGeom prst="roundRect">
              <a:avLst>
                <a:gd name="adj" fmla="val 14815"/>
              </a:avLst>
            </a:prstGeom>
            <a:solidFill>
              <a:srgbClr val="03A7A4"/>
            </a:solidFill>
            <a:ln w="16933">
              <a:solidFill>
                <a:srgbClr val="03A7A4"/>
              </a:solidFill>
              <a:prstDash val="solid"/>
            </a:ln>
          </p:spPr>
          <p:txBody>
            <a:bodyPr/>
            <a:lstStyle/>
            <a:p>
              <a:endParaRPr sz="2800"/>
            </a:p>
          </p:txBody>
        </p:sp>
        <p:sp>
          <p:nvSpPr>
            <p:cNvPr id="39" name="Text 37"/>
            <p:cNvSpPr/>
            <p:nvPr/>
          </p:nvSpPr>
          <p:spPr>
            <a:xfrm>
              <a:off x="6303264" y="3236976"/>
              <a:ext cx="1341120" cy="158496"/>
            </a:xfrm>
            <a:prstGeom prst="rect">
              <a:avLst/>
            </a:prstGeom>
            <a:noFill/>
            <a:ln/>
          </p:spPr>
          <p:txBody>
            <a:bodyPr wrap="square" lIns="508" tIns="508" rIns="508" bIns="508" rtlCol="0" anchor="ctr">
              <a:normAutofit fontScale="85000" lnSpcReduction="20000"/>
            </a:bodyPr>
            <a:lstStyle/>
            <a:p>
              <a:pPr marL="0" indent="0" algn="l">
                <a:buNone/>
              </a:pPr>
              <a:r>
                <a:rPr lang="en-US" sz="1400" b="1" dirty="0">
                  <a:solidFill>
                    <a:srgbClr val="FFFFFF"/>
                  </a:solidFill>
                  <a:latin typeface="Barlow Semi Condensed" pitchFamily="34" charset="0"/>
                  <a:ea typeface="Barlow Semi Condensed" pitchFamily="34" charset="-122"/>
                  <a:cs typeface="Barlow Semi Condensed" pitchFamily="34" charset="-120"/>
                </a:rPr>
                <a:t>Checklist / SOP</a:t>
              </a:r>
              <a:endParaRPr lang="en-US" sz="1000" dirty="0"/>
            </a:p>
          </p:txBody>
        </p:sp>
        <p:sp>
          <p:nvSpPr>
            <p:cNvPr id="40" name="Text 38"/>
            <p:cNvSpPr/>
            <p:nvPr/>
          </p:nvSpPr>
          <p:spPr>
            <a:xfrm>
              <a:off x="7364156" y="3236976"/>
              <a:ext cx="1426464" cy="158496"/>
            </a:xfrm>
            <a:prstGeom prst="rect">
              <a:avLst/>
            </a:prstGeom>
            <a:noFill/>
            <a:ln/>
          </p:spPr>
          <p:txBody>
            <a:bodyPr wrap="square" lIns="508" tIns="508" rIns="508" bIns="508" rtlCol="0" anchor="ctr">
              <a:normAutofit fontScale="92500" lnSpcReduction="10000"/>
            </a:bodyPr>
            <a:lstStyle/>
            <a:p>
              <a:pPr marL="0" indent="0" algn="l">
                <a:buNone/>
              </a:pPr>
              <a:r>
                <a:rPr lang="en-US" sz="1200" dirty="0">
                  <a:solidFill>
                    <a:srgbClr val="FFFFFF"/>
                  </a:solidFill>
                  <a:latin typeface="Barlow Semi Condensed" pitchFamily="34" charset="0"/>
                  <a:ea typeface="Barlow Semi Condensed" pitchFamily="34" charset="-122"/>
                  <a:cs typeface="Barlow Semi Condensed" pitchFamily="34" charset="-120"/>
                </a:rPr>
                <a:t>repeatable steps</a:t>
              </a:r>
              <a:endParaRPr lang="en-US" sz="1000" dirty="0"/>
            </a:p>
          </p:txBody>
        </p:sp>
        <p:sp>
          <p:nvSpPr>
            <p:cNvPr id="41" name="Shape 39"/>
            <p:cNvSpPr/>
            <p:nvPr/>
          </p:nvSpPr>
          <p:spPr>
            <a:xfrm>
              <a:off x="6156960" y="3621024"/>
              <a:ext cx="3340608" cy="329184"/>
            </a:xfrm>
            <a:prstGeom prst="roundRect">
              <a:avLst>
                <a:gd name="adj" fmla="val 14815"/>
              </a:avLst>
            </a:prstGeom>
            <a:solidFill>
              <a:srgbClr val="6D8992"/>
            </a:solidFill>
            <a:ln w="16933">
              <a:solidFill>
                <a:srgbClr val="6D8992"/>
              </a:solidFill>
              <a:prstDash val="solid"/>
            </a:ln>
          </p:spPr>
          <p:txBody>
            <a:bodyPr/>
            <a:lstStyle/>
            <a:p>
              <a:endParaRPr sz="2800"/>
            </a:p>
          </p:txBody>
        </p:sp>
        <p:sp>
          <p:nvSpPr>
            <p:cNvPr id="42" name="Text 40"/>
            <p:cNvSpPr/>
            <p:nvPr/>
          </p:nvSpPr>
          <p:spPr>
            <a:xfrm>
              <a:off x="6303264" y="3688080"/>
              <a:ext cx="1341120" cy="158496"/>
            </a:xfrm>
            <a:prstGeom prst="rect">
              <a:avLst/>
            </a:prstGeom>
            <a:noFill/>
            <a:ln/>
          </p:spPr>
          <p:txBody>
            <a:bodyPr wrap="square" lIns="508" tIns="508" rIns="508" bIns="508" rtlCol="0" anchor="ctr">
              <a:normAutofit fontScale="85000" lnSpcReduction="20000"/>
            </a:bodyPr>
            <a:lstStyle/>
            <a:p>
              <a:pPr marL="0" indent="0" algn="l">
                <a:buNone/>
              </a:pPr>
              <a:r>
                <a:rPr lang="en-US" sz="1400" b="1" dirty="0">
                  <a:solidFill>
                    <a:srgbClr val="FFFFFF"/>
                  </a:solidFill>
                  <a:latin typeface="Barlow Semi Condensed" pitchFamily="34" charset="0"/>
                  <a:ea typeface="Barlow Semi Condensed" pitchFamily="34" charset="-122"/>
                  <a:cs typeface="Barlow Semi Condensed" pitchFamily="34" charset="-120"/>
                </a:rPr>
                <a:t>Dashboard / Tool</a:t>
              </a:r>
              <a:endParaRPr lang="en-US" sz="1000" dirty="0"/>
            </a:p>
          </p:txBody>
        </p:sp>
        <p:sp>
          <p:nvSpPr>
            <p:cNvPr id="43" name="Text 41"/>
            <p:cNvSpPr/>
            <p:nvPr/>
          </p:nvSpPr>
          <p:spPr>
            <a:xfrm>
              <a:off x="7364156" y="3688080"/>
              <a:ext cx="1694688" cy="158496"/>
            </a:xfrm>
            <a:prstGeom prst="rect">
              <a:avLst/>
            </a:prstGeom>
            <a:noFill/>
            <a:ln/>
          </p:spPr>
          <p:txBody>
            <a:bodyPr wrap="square" lIns="508" tIns="508" rIns="508" bIns="508" rtlCol="0" anchor="ctr">
              <a:normAutofit fontScale="92500" lnSpcReduction="10000"/>
            </a:bodyPr>
            <a:lstStyle/>
            <a:p>
              <a:pPr marL="0" indent="0" algn="l">
                <a:buNone/>
              </a:pPr>
              <a:r>
                <a:rPr lang="en-US" sz="1200" dirty="0">
                  <a:solidFill>
                    <a:srgbClr val="FFFFFF"/>
                  </a:solidFill>
                  <a:latin typeface="Barlow Semi Condensed" pitchFamily="34" charset="0"/>
                  <a:ea typeface="Barlow Semi Condensed" pitchFamily="34" charset="-122"/>
                  <a:cs typeface="Barlow Semi Condensed" pitchFamily="34" charset="-120"/>
                </a:rPr>
                <a:t>visualize or track</a:t>
              </a:r>
              <a:endParaRPr lang="en-US" sz="1000" dirty="0"/>
            </a:p>
          </p:txBody>
        </p:sp>
        <p:sp>
          <p:nvSpPr>
            <p:cNvPr id="44" name="Shape 42"/>
            <p:cNvSpPr/>
            <p:nvPr/>
          </p:nvSpPr>
          <p:spPr>
            <a:xfrm>
              <a:off x="6156960" y="4072128"/>
              <a:ext cx="3608832" cy="329184"/>
            </a:xfrm>
            <a:prstGeom prst="roundRect">
              <a:avLst>
                <a:gd name="adj" fmla="val 14815"/>
              </a:avLst>
            </a:prstGeom>
            <a:solidFill>
              <a:srgbClr val="6D8992"/>
            </a:solidFill>
            <a:ln w="16933">
              <a:solidFill>
                <a:srgbClr val="6D8992"/>
              </a:solidFill>
              <a:prstDash val="solid"/>
            </a:ln>
          </p:spPr>
          <p:txBody>
            <a:bodyPr/>
            <a:lstStyle/>
            <a:p>
              <a:endParaRPr sz="2800"/>
            </a:p>
          </p:txBody>
        </p:sp>
        <p:sp>
          <p:nvSpPr>
            <p:cNvPr id="45" name="Text 43"/>
            <p:cNvSpPr/>
            <p:nvPr/>
          </p:nvSpPr>
          <p:spPr>
            <a:xfrm>
              <a:off x="6303264" y="4139184"/>
              <a:ext cx="1341120" cy="158496"/>
            </a:xfrm>
            <a:prstGeom prst="rect">
              <a:avLst/>
            </a:prstGeom>
            <a:noFill/>
            <a:ln/>
          </p:spPr>
          <p:txBody>
            <a:bodyPr wrap="square" lIns="508" tIns="508" rIns="508" bIns="508" rtlCol="0" anchor="ctr">
              <a:normAutofit fontScale="85000" lnSpcReduction="20000"/>
            </a:bodyPr>
            <a:lstStyle/>
            <a:p>
              <a:pPr marL="0" indent="0" algn="l">
                <a:buNone/>
              </a:pPr>
              <a:r>
                <a:rPr lang="en-US" sz="1400" b="1" dirty="0">
                  <a:solidFill>
                    <a:srgbClr val="FFFFFF"/>
                  </a:solidFill>
                  <a:latin typeface="Barlow Semi Condensed" pitchFamily="34" charset="0"/>
                  <a:ea typeface="Barlow Semi Condensed" pitchFamily="34" charset="-122"/>
                  <a:cs typeface="Barlow Semi Condensed" pitchFamily="34" charset="-120"/>
                </a:rPr>
                <a:t>Custom GPT</a:t>
              </a:r>
              <a:endParaRPr lang="en-US" sz="1000" dirty="0"/>
            </a:p>
          </p:txBody>
        </p:sp>
        <p:sp>
          <p:nvSpPr>
            <p:cNvPr id="46" name="Text 44"/>
            <p:cNvSpPr/>
            <p:nvPr/>
          </p:nvSpPr>
          <p:spPr>
            <a:xfrm>
              <a:off x="7364156" y="4139184"/>
              <a:ext cx="1962912" cy="158496"/>
            </a:xfrm>
            <a:prstGeom prst="rect">
              <a:avLst/>
            </a:prstGeom>
            <a:noFill/>
            <a:ln/>
          </p:spPr>
          <p:txBody>
            <a:bodyPr wrap="square" lIns="508" tIns="508" rIns="508" bIns="508" rtlCol="0" anchor="ctr">
              <a:normAutofit fontScale="92500" lnSpcReduction="10000"/>
            </a:bodyPr>
            <a:lstStyle/>
            <a:p>
              <a:pPr marL="0" indent="0" algn="l">
                <a:buNone/>
              </a:pPr>
              <a:r>
                <a:rPr lang="en-US" sz="1200" dirty="0">
                  <a:solidFill>
                    <a:srgbClr val="FFFFFF"/>
                  </a:solidFill>
                  <a:latin typeface="Barlow Semi Condensed" pitchFamily="34" charset="0"/>
                  <a:ea typeface="Barlow Semi Condensed" pitchFamily="34" charset="-122"/>
                  <a:cs typeface="Barlow Semi Condensed" pitchFamily="34" charset="-120"/>
                </a:rPr>
                <a:t>specialized assistant</a:t>
              </a:r>
              <a:endParaRPr lang="en-US" sz="1000" dirty="0"/>
            </a:p>
          </p:txBody>
        </p:sp>
        <p:sp>
          <p:nvSpPr>
            <p:cNvPr id="47" name="Shape 45"/>
            <p:cNvSpPr/>
            <p:nvPr/>
          </p:nvSpPr>
          <p:spPr>
            <a:xfrm>
              <a:off x="6156960" y="4523232"/>
              <a:ext cx="3877056" cy="329184"/>
            </a:xfrm>
            <a:prstGeom prst="roundRect">
              <a:avLst>
                <a:gd name="adj" fmla="val 14815"/>
              </a:avLst>
            </a:prstGeom>
            <a:solidFill>
              <a:srgbClr val="4F5594"/>
            </a:solidFill>
            <a:ln w="16933">
              <a:solidFill>
                <a:srgbClr val="4F5594"/>
              </a:solidFill>
              <a:prstDash val="solid"/>
            </a:ln>
          </p:spPr>
          <p:txBody>
            <a:bodyPr/>
            <a:lstStyle/>
            <a:p>
              <a:endParaRPr sz="2800"/>
            </a:p>
          </p:txBody>
        </p:sp>
        <p:sp>
          <p:nvSpPr>
            <p:cNvPr id="48" name="Text 46"/>
            <p:cNvSpPr/>
            <p:nvPr/>
          </p:nvSpPr>
          <p:spPr>
            <a:xfrm>
              <a:off x="6303264" y="4590288"/>
              <a:ext cx="1341120" cy="158496"/>
            </a:xfrm>
            <a:prstGeom prst="rect">
              <a:avLst/>
            </a:prstGeom>
            <a:noFill/>
            <a:ln/>
          </p:spPr>
          <p:txBody>
            <a:bodyPr wrap="square" lIns="508" tIns="508" rIns="508" bIns="508" rtlCol="0" anchor="ctr">
              <a:normAutofit fontScale="85000" lnSpcReduction="20000"/>
            </a:bodyPr>
            <a:lstStyle/>
            <a:p>
              <a:pPr marL="0" indent="0" algn="l">
                <a:buNone/>
              </a:pPr>
              <a:r>
                <a:rPr lang="en-US" sz="1400" b="1" dirty="0">
                  <a:solidFill>
                    <a:srgbClr val="FFFFFF"/>
                  </a:solidFill>
                  <a:latin typeface="Barlow Semi Condensed" pitchFamily="34" charset="0"/>
                  <a:ea typeface="Barlow Semi Condensed" pitchFamily="34" charset="-122"/>
                  <a:cs typeface="Barlow Semi Condensed" pitchFamily="34" charset="-120"/>
                </a:rPr>
                <a:t>Automation</a:t>
              </a:r>
              <a:endParaRPr lang="en-US" sz="1000" dirty="0"/>
            </a:p>
          </p:txBody>
        </p:sp>
        <p:sp>
          <p:nvSpPr>
            <p:cNvPr id="49" name="Text 47"/>
            <p:cNvSpPr/>
            <p:nvPr/>
          </p:nvSpPr>
          <p:spPr>
            <a:xfrm>
              <a:off x="7364156" y="4590288"/>
              <a:ext cx="2231136" cy="158496"/>
            </a:xfrm>
            <a:prstGeom prst="rect">
              <a:avLst/>
            </a:prstGeom>
            <a:noFill/>
            <a:ln/>
          </p:spPr>
          <p:txBody>
            <a:bodyPr wrap="square" lIns="508" tIns="508" rIns="508" bIns="508" rtlCol="0" anchor="ctr">
              <a:normAutofit fontScale="92500" lnSpcReduction="10000"/>
            </a:bodyPr>
            <a:lstStyle/>
            <a:p>
              <a:pPr marL="0" indent="0" algn="l">
                <a:buNone/>
              </a:pPr>
              <a:r>
                <a:rPr lang="en-US" sz="1200" dirty="0">
                  <a:solidFill>
                    <a:srgbClr val="FFFFFF"/>
                  </a:solidFill>
                  <a:latin typeface="Barlow Semi Condensed" pitchFamily="34" charset="0"/>
                  <a:ea typeface="Barlow Semi Condensed" pitchFamily="34" charset="-122"/>
                  <a:cs typeface="Barlow Semi Condensed" pitchFamily="34" charset="-120"/>
                </a:rPr>
                <a:t>steps happen automatically</a:t>
              </a:r>
              <a:endParaRPr lang="en-US" sz="1000" dirty="0"/>
            </a:p>
          </p:txBody>
        </p:sp>
      </p:grpSp>
      <p:sp>
        <p:nvSpPr>
          <p:cNvPr id="50" name="Text 48"/>
          <p:cNvSpPr/>
          <p:nvPr/>
        </p:nvSpPr>
        <p:spPr>
          <a:xfrm>
            <a:off x="6156960" y="4919205"/>
            <a:ext cx="4754880" cy="268224"/>
          </a:xfrm>
          <a:prstGeom prst="rect">
            <a:avLst/>
          </a:prstGeom>
          <a:noFill/>
          <a:ln/>
        </p:spPr>
        <p:txBody>
          <a:bodyPr wrap="square" lIns="508" tIns="508" rIns="508" bIns="508" rtlCol="0" anchor="ctr">
            <a:normAutofit fontScale="85000" lnSpcReduction="10000"/>
          </a:bodyPr>
          <a:lstStyle/>
          <a:p>
            <a:pPr marL="0" indent="0" algn="ctr">
              <a:buNone/>
            </a:pPr>
            <a:r>
              <a:rPr lang="en-US" sz="1666" b="1" dirty="0">
                <a:solidFill>
                  <a:srgbClr val="81817F"/>
                </a:solidFill>
                <a:latin typeface="Barlow Semi Condensed" pitchFamily="34" charset="0"/>
                <a:ea typeface="Barlow Semi Condensed" pitchFamily="34" charset="-122"/>
                <a:cs typeface="Barlow Semi Condensed" pitchFamily="34" charset="-120"/>
              </a:rPr>
              <a:t>Move up only when a simpler solution will not solve the problem.</a:t>
            </a:r>
            <a:endParaRPr lang="en-US" sz="1250" dirty="0"/>
          </a:p>
        </p:txBody>
      </p:sp>
      <p:pic>
        <p:nvPicPr>
          <p:cNvPr id="53" name="Image 0" descr="/home/oai/skills/fabletics-deck/assets/logos/F-Icon-Dark.png"/>
          <p:cNvPicPr>
            <a:picLocks noChangeAspect="1"/>
          </p:cNvPicPr>
          <p:nvPr/>
        </p:nvPicPr>
        <p:blipFill>
          <a:blip r:embed="rId3"/>
          <a:stretch>
            <a:fillRect/>
          </a:stretch>
        </p:blipFill>
        <p:spPr>
          <a:xfrm>
            <a:off x="426720" y="6278880"/>
            <a:ext cx="341376" cy="304800"/>
          </a:xfrm>
          <a:prstGeom prst="rect">
            <a:avLst/>
          </a:prstGeom>
        </p:spPr>
      </p:pic>
      <p:sp>
        <p:nvSpPr>
          <p:cNvPr id="54" name="Text 51"/>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1B1C19"/>
                </a:solidFill>
                <a:latin typeface="Barlow Semi Condensed" pitchFamily="34" charset="0"/>
                <a:ea typeface="Barlow Semi Condensed" pitchFamily="34" charset="-122"/>
                <a:cs typeface="Barlow Semi Condensed" pitchFamily="34" charset="-120"/>
              </a:rPr>
              <a:t>CONFIDENTIAL        7</a:t>
            </a:r>
            <a:endParaRPr lang="en-US" sz="800" dirty="0"/>
          </a:p>
        </p:txBody>
      </p:sp>
      <p:grpSp>
        <p:nvGrpSpPr>
          <p:cNvPr id="56" name="Group 55">
            <a:extLst>
              <a:ext uri="{FF2B5EF4-FFF2-40B4-BE49-F238E27FC236}">
                <a16:creationId xmlns:a16="http://schemas.microsoft.com/office/drawing/2014/main" id="{5543DFFF-BEF0-813B-1745-9780D02151B6}"/>
              </a:ext>
            </a:extLst>
          </p:cNvPr>
          <p:cNvGrpSpPr/>
          <p:nvPr/>
        </p:nvGrpSpPr>
        <p:grpSpPr>
          <a:xfrm>
            <a:off x="792480" y="5340623"/>
            <a:ext cx="10363200" cy="560832"/>
            <a:chOff x="792480" y="5181600"/>
            <a:chExt cx="10363200" cy="560832"/>
          </a:xfrm>
        </p:grpSpPr>
        <p:sp>
          <p:nvSpPr>
            <p:cNvPr id="57" name="Shape 29">
              <a:extLst>
                <a:ext uri="{FF2B5EF4-FFF2-40B4-BE49-F238E27FC236}">
                  <a16:creationId xmlns:a16="http://schemas.microsoft.com/office/drawing/2014/main" id="{60DF78A2-5AD3-676C-BE09-01D74DF7EEF5}"/>
                </a:ext>
              </a:extLst>
            </p:cNvPr>
            <p:cNvSpPr/>
            <p:nvPr/>
          </p:nvSpPr>
          <p:spPr>
            <a:xfrm>
              <a:off x="792480" y="5181600"/>
              <a:ext cx="10363200" cy="560832"/>
            </a:xfrm>
            <a:prstGeom prst="roundRect">
              <a:avLst>
                <a:gd name="adj" fmla="val 13043"/>
              </a:avLst>
            </a:prstGeom>
            <a:solidFill>
              <a:srgbClr val="1B1C19"/>
            </a:solidFill>
            <a:ln w="16933">
              <a:solidFill>
                <a:srgbClr val="1B1C19">
                  <a:alpha val="0"/>
                </a:srgbClr>
              </a:solidFill>
              <a:prstDash val="solid"/>
            </a:ln>
          </p:spPr>
          <p:txBody>
            <a:bodyPr/>
            <a:lstStyle/>
            <a:p>
              <a:endParaRPr/>
            </a:p>
          </p:txBody>
        </p:sp>
        <p:sp>
          <p:nvSpPr>
            <p:cNvPr id="58" name="Text 30">
              <a:extLst>
                <a:ext uri="{FF2B5EF4-FFF2-40B4-BE49-F238E27FC236}">
                  <a16:creationId xmlns:a16="http://schemas.microsoft.com/office/drawing/2014/main" id="{43D5536F-6510-9D70-7346-6DA8AF958AA3}"/>
                </a:ext>
              </a:extLst>
            </p:cNvPr>
            <p:cNvSpPr/>
            <p:nvPr/>
          </p:nvSpPr>
          <p:spPr>
            <a:xfrm>
              <a:off x="987552" y="5327904"/>
              <a:ext cx="9973056" cy="268224"/>
            </a:xfrm>
            <a:prstGeom prst="rect">
              <a:avLst/>
            </a:prstGeom>
            <a:noFill/>
            <a:ln/>
          </p:spPr>
          <p:txBody>
            <a:bodyPr wrap="square" lIns="508" tIns="508" rIns="508" bIns="508" rtlCol="0" anchor="ctr">
              <a:normAutofit fontScale="92500"/>
            </a:bodyPr>
            <a:lstStyle/>
            <a:p>
              <a:pPr algn="ctr"/>
              <a:r>
                <a:rPr lang="en-US" b="1" dirty="0">
                  <a:solidFill>
                    <a:srgbClr val="FFFF00"/>
                  </a:solidFill>
                </a:rPr>
                <a:t>What to do now: Work independently on Section 3. Choose the simplest solution you will actually use next week.</a:t>
              </a:r>
              <a:endParaRPr lang="en-US" sz="1500" b="1" dirty="0">
                <a:solidFill>
                  <a:srgbClr val="FFFF00"/>
                </a:solidFil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E8E4DA"/>
        </a:solidFill>
        <a:effectLst/>
      </p:bgPr>
    </p:bg>
    <p:spTree>
      <p:nvGrpSpPr>
        <p:cNvPr id="1" name=""/>
        <p:cNvGrpSpPr/>
        <p:nvPr/>
      </p:nvGrpSpPr>
      <p:grpSpPr>
        <a:xfrm>
          <a:off x="0" y="0"/>
          <a:ext cx="0" cy="0"/>
          <a:chOff x="0" y="0"/>
          <a:chExt cx="0" cy="0"/>
        </a:xfrm>
      </p:grpSpPr>
      <p:sp>
        <p:nvSpPr>
          <p:cNvPr id="2" name="Text 0"/>
          <p:cNvSpPr/>
          <p:nvPr/>
        </p:nvSpPr>
        <p:spPr>
          <a:xfrm>
            <a:off x="670560" y="463296"/>
            <a:ext cx="10850880" cy="512064"/>
          </a:xfrm>
          <a:prstGeom prst="rect">
            <a:avLst/>
          </a:prstGeom>
          <a:noFill/>
          <a:ln/>
        </p:spPr>
        <p:txBody>
          <a:bodyPr wrap="square" lIns="0" tIns="0" rIns="0" bIns="0" rtlCol="0" anchor="ctr">
            <a:normAutofit lnSpcReduction="10000"/>
          </a:bodyPr>
          <a:lstStyle/>
          <a:p>
            <a:pPr marL="0" indent="0">
              <a:buNone/>
            </a:pPr>
            <a:r>
              <a:rPr lang="en-US" sz="3600" b="1" dirty="0">
                <a:solidFill>
                  <a:srgbClr val="1B1C19"/>
                </a:solidFill>
                <a:latin typeface="Barlow Semi Condensed" pitchFamily="34" charset="0"/>
                <a:ea typeface="Barlow Semi Condensed" pitchFamily="34" charset="-122"/>
                <a:cs typeface="Barlow Semi Condensed" pitchFamily="34" charset="-120"/>
              </a:rPr>
              <a:t>Now move from thinking to creating a usable first draft.</a:t>
            </a:r>
            <a:endParaRPr lang="en-US" sz="2700" dirty="0"/>
          </a:p>
        </p:txBody>
      </p:sp>
      <p:sp>
        <p:nvSpPr>
          <p:cNvPr id="3" name="Text 1"/>
          <p:cNvSpPr/>
          <p:nvPr/>
        </p:nvSpPr>
        <p:spPr>
          <a:xfrm>
            <a:off x="792480" y="999744"/>
            <a:ext cx="4023360" cy="268224"/>
          </a:xfrm>
          <a:prstGeom prst="rect">
            <a:avLst/>
          </a:prstGeom>
          <a:noFill/>
          <a:ln/>
        </p:spPr>
        <p:txBody>
          <a:bodyPr wrap="square" lIns="508" tIns="508" rIns="508" bIns="508" rtlCol="0" anchor="ctr">
            <a:normAutofit/>
          </a:bodyPr>
          <a:lstStyle/>
          <a:p>
            <a:pPr marL="0" indent="0" algn="l">
              <a:buNone/>
            </a:pPr>
            <a:r>
              <a:rPr lang="en-US" sz="1466" b="1" dirty="0">
                <a:solidFill>
                  <a:srgbClr val="81817F"/>
                </a:solidFill>
                <a:latin typeface="Barlow Semi Condensed" pitchFamily="34" charset="0"/>
                <a:ea typeface="Barlow Semi Condensed" pitchFamily="34" charset="-122"/>
                <a:cs typeface="Barlow Semi Condensed" pitchFamily="34" charset="-120"/>
              </a:rPr>
              <a:t>Workflow Improvement Canvas</a:t>
            </a:r>
            <a:endParaRPr lang="en-US" sz="1100" dirty="0"/>
          </a:p>
        </p:txBody>
      </p:sp>
      <p:sp>
        <p:nvSpPr>
          <p:cNvPr id="4" name="Shape 2"/>
          <p:cNvSpPr/>
          <p:nvPr/>
        </p:nvSpPr>
        <p:spPr>
          <a:xfrm>
            <a:off x="792480" y="1280160"/>
            <a:ext cx="268224" cy="268224"/>
          </a:xfrm>
          <a:prstGeom prst="ellipse">
            <a:avLst/>
          </a:prstGeom>
          <a:solidFill>
            <a:srgbClr val="1B1C19"/>
          </a:solidFill>
          <a:ln w="20320">
            <a:solidFill>
              <a:srgbClr val="1B1C19"/>
            </a:solidFill>
            <a:prstDash val="solid"/>
          </a:ln>
        </p:spPr>
        <p:txBody>
          <a:bodyPr/>
          <a:lstStyle/>
          <a:p>
            <a:endParaRPr/>
          </a:p>
        </p:txBody>
      </p:sp>
      <p:sp>
        <p:nvSpPr>
          <p:cNvPr id="5" name="Text 3"/>
          <p:cNvSpPr/>
          <p:nvPr/>
        </p:nvSpPr>
        <p:spPr>
          <a:xfrm>
            <a:off x="824179" y="1292352"/>
            <a:ext cx="207264" cy="182880"/>
          </a:xfrm>
          <a:prstGeom prst="rect">
            <a:avLst/>
          </a:prstGeom>
          <a:noFill/>
          <a:ln/>
        </p:spPr>
        <p:txBody>
          <a:bodyPr wrap="square" lIns="508" tIns="508" rIns="508" bIns="508" rtlCol="0" anchor="ctr">
            <a:normAutofit/>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a:t>
            </a:r>
            <a:endParaRPr lang="en-US" sz="800" dirty="0"/>
          </a:p>
        </p:txBody>
      </p:sp>
      <p:sp>
        <p:nvSpPr>
          <p:cNvPr id="6" name="Shape 4"/>
          <p:cNvSpPr/>
          <p:nvPr/>
        </p:nvSpPr>
        <p:spPr>
          <a:xfrm>
            <a:off x="1097280" y="1414272"/>
            <a:ext cx="1719072" cy="0"/>
          </a:xfrm>
          <a:prstGeom prst="line">
            <a:avLst/>
          </a:prstGeom>
          <a:noFill/>
          <a:ln w="18627">
            <a:solidFill>
              <a:srgbClr val="BBC4C9"/>
            </a:solidFill>
            <a:prstDash val="solid"/>
            <a:headEnd type="none"/>
            <a:tailEnd type="triangle"/>
          </a:ln>
        </p:spPr>
        <p:txBody>
          <a:bodyPr/>
          <a:lstStyle/>
          <a:p>
            <a:endParaRPr/>
          </a:p>
        </p:txBody>
      </p:sp>
      <p:sp>
        <p:nvSpPr>
          <p:cNvPr id="7" name="Text 5"/>
          <p:cNvSpPr/>
          <p:nvPr/>
        </p:nvSpPr>
        <p:spPr>
          <a:xfrm>
            <a:off x="4267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Understand</a:t>
            </a:r>
            <a:endParaRPr lang="en-US" sz="950" dirty="0"/>
          </a:p>
        </p:txBody>
      </p:sp>
      <p:sp>
        <p:nvSpPr>
          <p:cNvPr id="8" name="Shape 6"/>
          <p:cNvSpPr/>
          <p:nvPr/>
        </p:nvSpPr>
        <p:spPr>
          <a:xfrm>
            <a:off x="2926080" y="1280160"/>
            <a:ext cx="268224" cy="268224"/>
          </a:xfrm>
          <a:prstGeom prst="ellipse">
            <a:avLst/>
          </a:prstGeom>
          <a:solidFill>
            <a:srgbClr val="1B1C19"/>
          </a:solidFill>
          <a:ln w="20320">
            <a:solidFill>
              <a:srgbClr val="1B1C19"/>
            </a:solidFill>
            <a:prstDash val="solid"/>
          </a:ln>
        </p:spPr>
        <p:txBody>
          <a:bodyPr/>
          <a:lstStyle/>
          <a:p>
            <a:endParaRPr/>
          </a:p>
        </p:txBody>
      </p:sp>
      <p:sp>
        <p:nvSpPr>
          <p:cNvPr id="9" name="Text 7"/>
          <p:cNvSpPr/>
          <p:nvPr/>
        </p:nvSpPr>
        <p:spPr>
          <a:xfrm>
            <a:off x="2957779" y="1292352"/>
            <a:ext cx="207264" cy="182880"/>
          </a:xfrm>
          <a:prstGeom prst="rect">
            <a:avLst/>
          </a:prstGeom>
          <a:noFill/>
          <a:ln/>
        </p:spPr>
        <p:txBody>
          <a:bodyPr wrap="square" lIns="508" tIns="508" rIns="508" bIns="508" rtlCol="0" anchor="ctr">
            <a:normAutofit/>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a:t>
            </a:r>
            <a:endParaRPr lang="en-US" sz="800" dirty="0"/>
          </a:p>
        </p:txBody>
      </p:sp>
      <p:sp>
        <p:nvSpPr>
          <p:cNvPr id="10" name="Shape 8"/>
          <p:cNvSpPr/>
          <p:nvPr/>
        </p:nvSpPr>
        <p:spPr>
          <a:xfrm>
            <a:off x="32308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1" name="Text 9"/>
          <p:cNvSpPr/>
          <p:nvPr/>
        </p:nvSpPr>
        <p:spPr>
          <a:xfrm>
            <a:off x="25603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Spot</a:t>
            </a:r>
            <a:endParaRPr lang="en-US" sz="950" dirty="0"/>
          </a:p>
        </p:txBody>
      </p:sp>
      <p:sp>
        <p:nvSpPr>
          <p:cNvPr id="12" name="Shape 10"/>
          <p:cNvSpPr/>
          <p:nvPr/>
        </p:nvSpPr>
        <p:spPr>
          <a:xfrm>
            <a:off x="5059680" y="1280160"/>
            <a:ext cx="268224" cy="268224"/>
          </a:xfrm>
          <a:prstGeom prst="ellipse">
            <a:avLst/>
          </a:prstGeom>
          <a:solidFill>
            <a:srgbClr val="1B1C19"/>
          </a:solidFill>
          <a:ln w="20320">
            <a:solidFill>
              <a:srgbClr val="1B1C19"/>
            </a:solidFill>
            <a:prstDash val="solid"/>
          </a:ln>
        </p:spPr>
        <p:txBody>
          <a:bodyPr/>
          <a:lstStyle/>
          <a:p>
            <a:endParaRPr/>
          </a:p>
        </p:txBody>
      </p:sp>
      <p:sp>
        <p:nvSpPr>
          <p:cNvPr id="13" name="Text 11"/>
          <p:cNvSpPr/>
          <p:nvPr/>
        </p:nvSpPr>
        <p:spPr>
          <a:xfrm>
            <a:off x="5091379" y="1292352"/>
            <a:ext cx="207264" cy="182880"/>
          </a:xfrm>
          <a:prstGeom prst="rect">
            <a:avLst/>
          </a:prstGeom>
          <a:noFill/>
          <a:ln/>
        </p:spPr>
        <p:txBody>
          <a:bodyPr wrap="square" lIns="508" tIns="508" rIns="508" bIns="508" rtlCol="0" anchor="ctr">
            <a:normAutofit/>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a:t>
            </a:r>
            <a:endParaRPr lang="en-US" sz="800" dirty="0"/>
          </a:p>
        </p:txBody>
      </p:sp>
      <p:sp>
        <p:nvSpPr>
          <p:cNvPr id="14" name="Shape 12"/>
          <p:cNvSpPr/>
          <p:nvPr/>
        </p:nvSpPr>
        <p:spPr>
          <a:xfrm>
            <a:off x="53644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5" name="Text 13"/>
          <p:cNvSpPr/>
          <p:nvPr/>
        </p:nvSpPr>
        <p:spPr>
          <a:xfrm>
            <a:off x="46939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Choose</a:t>
            </a:r>
            <a:endParaRPr lang="en-US" sz="950" dirty="0"/>
          </a:p>
        </p:txBody>
      </p:sp>
      <p:sp>
        <p:nvSpPr>
          <p:cNvPr id="16" name="Shape 14"/>
          <p:cNvSpPr/>
          <p:nvPr/>
        </p:nvSpPr>
        <p:spPr>
          <a:xfrm>
            <a:off x="7193280" y="1280160"/>
            <a:ext cx="268224" cy="268224"/>
          </a:xfrm>
          <a:prstGeom prst="ellipse">
            <a:avLst/>
          </a:prstGeom>
          <a:solidFill>
            <a:srgbClr val="03A7A4"/>
          </a:solidFill>
          <a:ln w="20320">
            <a:solidFill>
              <a:srgbClr val="03A7A4"/>
            </a:solidFill>
            <a:prstDash val="solid"/>
          </a:ln>
        </p:spPr>
        <p:txBody>
          <a:bodyPr/>
          <a:lstStyle/>
          <a:p>
            <a:endParaRPr/>
          </a:p>
        </p:txBody>
      </p:sp>
      <p:sp>
        <p:nvSpPr>
          <p:cNvPr id="17" name="Shape 15"/>
          <p:cNvSpPr/>
          <p:nvPr/>
        </p:nvSpPr>
        <p:spPr>
          <a:xfrm>
            <a:off x="74980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8" name="Text 16"/>
          <p:cNvSpPr/>
          <p:nvPr/>
        </p:nvSpPr>
        <p:spPr>
          <a:xfrm>
            <a:off x="6827520" y="1609344"/>
            <a:ext cx="999744" cy="243840"/>
          </a:xfrm>
          <a:prstGeom prst="rect">
            <a:avLst/>
          </a:prstGeom>
          <a:noFill/>
          <a:ln/>
        </p:spPr>
        <p:txBody>
          <a:bodyPr wrap="square" lIns="508" tIns="508" rIns="508" bIns="508" rtlCol="0" anchor="ctr">
            <a:normAutofit/>
          </a:bodyPr>
          <a:lstStyle/>
          <a:p>
            <a:pPr marL="0" indent="0" algn="ctr">
              <a:buNone/>
            </a:pPr>
            <a:r>
              <a:rPr lang="en-US" sz="1266" b="1" dirty="0">
                <a:solidFill>
                  <a:srgbClr val="03A7A4"/>
                </a:solidFill>
                <a:latin typeface="Barlow Semi Condensed" pitchFamily="34" charset="0"/>
                <a:ea typeface="Barlow Semi Condensed" pitchFamily="34" charset="-122"/>
                <a:cs typeface="Barlow Semi Condensed" pitchFamily="34" charset="-120"/>
              </a:rPr>
              <a:t>Create</a:t>
            </a:r>
            <a:endParaRPr lang="en-US" sz="950" dirty="0"/>
          </a:p>
        </p:txBody>
      </p:sp>
      <p:sp>
        <p:nvSpPr>
          <p:cNvPr id="19" name="Shape 17"/>
          <p:cNvSpPr/>
          <p:nvPr/>
        </p:nvSpPr>
        <p:spPr>
          <a:xfrm>
            <a:off x="9326880" y="1280160"/>
            <a:ext cx="268224" cy="268224"/>
          </a:xfrm>
          <a:prstGeom prst="ellipse">
            <a:avLst/>
          </a:prstGeom>
          <a:solidFill>
            <a:srgbClr val="FFFFFF"/>
          </a:solidFill>
          <a:ln w="20320">
            <a:solidFill>
              <a:srgbClr val="BBC4C9"/>
            </a:solidFill>
            <a:prstDash val="solid"/>
          </a:ln>
        </p:spPr>
        <p:txBody>
          <a:bodyPr/>
          <a:lstStyle/>
          <a:p>
            <a:endParaRPr/>
          </a:p>
        </p:txBody>
      </p:sp>
      <p:sp>
        <p:nvSpPr>
          <p:cNvPr id="20" name="Text 18"/>
          <p:cNvSpPr/>
          <p:nvPr/>
        </p:nvSpPr>
        <p:spPr>
          <a:xfrm>
            <a:off x="89611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Commit</a:t>
            </a:r>
            <a:endParaRPr lang="en-US" sz="950" dirty="0"/>
          </a:p>
        </p:txBody>
      </p:sp>
      <p:sp>
        <p:nvSpPr>
          <p:cNvPr id="21" name="Text 19"/>
          <p:cNvSpPr/>
          <p:nvPr/>
        </p:nvSpPr>
        <p:spPr>
          <a:xfrm>
            <a:off x="792480" y="1972451"/>
            <a:ext cx="1889760" cy="292608"/>
          </a:xfrm>
          <a:prstGeom prst="rect">
            <a:avLst/>
          </a:prstGeom>
          <a:solidFill>
            <a:srgbClr val="1B1C19"/>
          </a:solidFill>
          <a:ln>
            <a:solidFill>
              <a:srgbClr val="1B1C19"/>
            </a:solidFill>
          </a:ln>
        </p:spPr>
        <p:txBody>
          <a:bodyPr wrap="square" lIns="381" tIns="381" rIns="381" bIns="381" rtlCol="0" anchor="ctr"/>
          <a:lstStyle/>
          <a:p>
            <a:pPr marL="0" indent="0" algn="ctr">
              <a:buNone/>
            </a:pPr>
            <a:r>
              <a:rPr lang="en-US" sz="1466" b="1" dirty="0">
                <a:solidFill>
                  <a:srgbClr val="FFFFFF"/>
                </a:solidFill>
                <a:latin typeface="Barlow Semi Condensed" pitchFamily="34" charset="0"/>
                <a:ea typeface="Barlow Semi Condensed" pitchFamily="34" charset="-122"/>
                <a:cs typeface="Barlow Semi Condensed" pitchFamily="34" charset="-120"/>
              </a:rPr>
              <a:t>15–20 MINUTES</a:t>
            </a:r>
            <a:endParaRPr lang="en-US" sz="1100" dirty="0"/>
          </a:p>
        </p:txBody>
      </p:sp>
      <p:sp>
        <p:nvSpPr>
          <p:cNvPr id="22" name="Shape 20"/>
          <p:cNvSpPr/>
          <p:nvPr/>
        </p:nvSpPr>
        <p:spPr>
          <a:xfrm>
            <a:off x="975360" y="2438400"/>
            <a:ext cx="2865120" cy="1280160"/>
          </a:xfrm>
          <a:prstGeom prst="roundRect">
            <a:avLst>
              <a:gd name="adj" fmla="val 7619"/>
            </a:avLst>
          </a:prstGeom>
          <a:solidFill>
            <a:srgbClr val="FFFFFF"/>
          </a:solidFill>
          <a:ln w="16933">
            <a:solidFill>
              <a:srgbClr val="BBC4C9"/>
            </a:solidFill>
            <a:prstDash val="solid"/>
          </a:ln>
        </p:spPr>
        <p:txBody>
          <a:bodyPr/>
          <a:lstStyle/>
          <a:p>
            <a:endParaRPr/>
          </a:p>
        </p:txBody>
      </p:sp>
      <p:sp>
        <p:nvSpPr>
          <p:cNvPr id="23" name="Text 21"/>
          <p:cNvSpPr/>
          <p:nvPr/>
        </p:nvSpPr>
        <p:spPr>
          <a:xfrm>
            <a:off x="1170432" y="2706624"/>
            <a:ext cx="2474976" cy="268224"/>
          </a:xfrm>
          <a:prstGeom prst="rect">
            <a:avLst/>
          </a:prstGeom>
          <a:noFill/>
          <a:ln/>
        </p:spPr>
        <p:txBody>
          <a:bodyPr wrap="square" lIns="508" tIns="508" rIns="508" bIns="508" rtlCol="0" anchor="ctr">
            <a:normAutofit fontScale="92500" lnSpcReduction="20000"/>
          </a:bodyPr>
          <a:lstStyle/>
          <a:p>
            <a:pPr marL="0" indent="0" algn="ctr">
              <a:buNone/>
            </a:pPr>
            <a:r>
              <a:rPr lang="en-US" sz="2266" b="1" dirty="0">
                <a:solidFill>
                  <a:srgbClr val="1B1C19"/>
                </a:solidFill>
                <a:latin typeface="Barlow Semi Condensed" pitchFamily="34" charset="0"/>
                <a:ea typeface="Barlow Semi Condensed" pitchFamily="34" charset="-122"/>
                <a:cs typeface="Barlow Semi Condensed" pitchFamily="34" charset="-120"/>
              </a:rPr>
              <a:t>Canvas context</a:t>
            </a:r>
            <a:endParaRPr lang="en-US" sz="1700" dirty="0"/>
          </a:p>
        </p:txBody>
      </p:sp>
      <p:sp>
        <p:nvSpPr>
          <p:cNvPr id="24" name="Text 22"/>
          <p:cNvSpPr/>
          <p:nvPr/>
        </p:nvSpPr>
        <p:spPr>
          <a:xfrm>
            <a:off x="1170432" y="3121152"/>
            <a:ext cx="2474976" cy="365760"/>
          </a:xfrm>
          <a:prstGeom prst="rect">
            <a:avLst/>
          </a:prstGeom>
          <a:noFill/>
          <a:ln/>
        </p:spPr>
        <p:txBody>
          <a:bodyPr wrap="square" lIns="508" tIns="508" rIns="508" bIns="508" rtlCol="0" anchor="ctr">
            <a:normAutofit fontScale="85000" lnSpcReduction="10000"/>
          </a:bodyPr>
          <a:lstStyle/>
          <a:p>
            <a:pPr marL="0" indent="0" algn="ctr">
              <a:buNone/>
            </a:pPr>
            <a:r>
              <a:rPr lang="en-US" sz="1573" dirty="0">
                <a:solidFill>
                  <a:srgbClr val="81817F"/>
                </a:solidFill>
                <a:latin typeface="Barlow Semi Condensed" pitchFamily="34" charset="0"/>
                <a:ea typeface="Barlow Semi Condensed" pitchFamily="34" charset="-122"/>
                <a:cs typeface="Barlow Semi Condensed" pitchFamily="34" charset="-120"/>
              </a:rPr>
              <a:t>Upload or paste the completed sections</a:t>
            </a:r>
            <a:endParaRPr lang="en-US" sz="1180" dirty="0"/>
          </a:p>
        </p:txBody>
      </p:sp>
      <p:sp>
        <p:nvSpPr>
          <p:cNvPr id="25" name="Shape 23"/>
          <p:cNvSpPr/>
          <p:nvPr/>
        </p:nvSpPr>
        <p:spPr>
          <a:xfrm>
            <a:off x="3962400" y="3072384"/>
            <a:ext cx="560832" cy="0"/>
          </a:xfrm>
          <a:prstGeom prst="line">
            <a:avLst/>
          </a:prstGeom>
          <a:noFill/>
          <a:ln w="33867">
            <a:solidFill>
              <a:srgbClr val="03A7A4"/>
            </a:solidFill>
            <a:prstDash val="solid"/>
            <a:tailEnd type="triangle"/>
          </a:ln>
        </p:spPr>
        <p:txBody>
          <a:bodyPr/>
          <a:lstStyle/>
          <a:p>
            <a:endParaRPr/>
          </a:p>
        </p:txBody>
      </p:sp>
      <p:sp>
        <p:nvSpPr>
          <p:cNvPr id="26" name="Shape 24"/>
          <p:cNvSpPr/>
          <p:nvPr/>
        </p:nvSpPr>
        <p:spPr>
          <a:xfrm>
            <a:off x="4693920" y="2438400"/>
            <a:ext cx="2865120" cy="1280160"/>
          </a:xfrm>
          <a:prstGeom prst="roundRect">
            <a:avLst>
              <a:gd name="adj" fmla="val 7619"/>
            </a:avLst>
          </a:prstGeom>
          <a:solidFill>
            <a:srgbClr val="FFFFFF"/>
          </a:solidFill>
          <a:ln w="16933">
            <a:solidFill>
              <a:srgbClr val="BBC4C9"/>
            </a:solidFill>
            <a:prstDash val="solid"/>
          </a:ln>
        </p:spPr>
        <p:txBody>
          <a:bodyPr/>
          <a:lstStyle/>
          <a:p>
            <a:endParaRPr/>
          </a:p>
        </p:txBody>
      </p:sp>
      <p:sp>
        <p:nvSpPr>
          <p:cNvPr id="27" name="Text 25"/>
          <p:cNvSpPr/>
          <p:nvPr/>
        </p:nvSpPr>
        <p:spPr>
          <a:xfrm>
            <a:off x="4888992" y="2706624"/>
            <a:ext cx="2474976" cy="268224"/>
          </a:xfrm>
          <a:prstGeom prst="rect">
            <a:avLst/>
          </a:prstGeom>
          <a:noFill/>
          <a:ln/>
        </p:spPr>
        <p:txBody>
          <a:bodyPr wrap="square" lIns="508" tIns="508" rIns="508" bIns="508" rtlCol="0" anchor="ctr">
            <a:normAutofit fontScale="92500" lnSpcReduction="20000"/>
          </a:bodyPr>
          <a:lstStyle/>
          <a:p>
            <a:pPr marL="0" indent="0" algn="ctr">
              <a:buNone/>
            </a:pPr>
            <a:r>
              <a:rPr lang="en-US" sz="2266" b="1" dirty="0">
                <a:solidFill>
                  <a:srgbClr val="1B1C19"/>
                </a:solidFill>
                <a:latin typeface="Barlow Semi Condensed" pitchFamily="34" charset="0"/>
                <a:ea typeface="Barlow Semi Condensed" pitchFamily="34" charset="-122"/>
                <a:cs typeface="Barlow Semi Condensed" pitchFamily="34" charset="-120"/>
              </a:rPr>
              <a:t>Approved AI tool</a:t>
            </a:r>
            <a:endParaRPr lang="en-US" sz="1700" dirty="0"/>
          </a:p>
        </p:txBody>
      </p:sp>
      <p:sp>
        <p:nvSpPr>
          <p:cNvPr id="28" name="Text 26"/>
          <p:cNvSpPr/>
          <p:nvPr/>
        </p:nvSpPr>
        <p:spPr>
          <a:xfrm>
            <a:off x="4888992" y="3121152"/>
            <a:ext cx="2474976" cy="365760"/>
          </a:xfrm>
          <a:prstGeom prst="rect">
            <a:avLst/>
          </a:prstGeom>
          <a:noFill/>
          <a:ln/>
        </p:spPr>
        <p:txBody>
          <a:bodyPr wrap="square" lIns="508" tIns="508" rIns="508" bIns="508" rtlCol="0" anchor="ctr">
            <a:normAutofit fontScale="85000" lnSpcReduction="10000"/>
          </a:bodyPr>
          <a:lstStyle/>
          <a:p>
            <a:pPr marL="0" indent="0" algn="ctr">
              <a:buNone/>
            </a:pPr>
            <a:r>
              <a:rPr lang="en-US" sz="1573" dirty="0">
                <a:solidFill>
                  <a:srgbClr val="81817F"/>
                </a:solidFill>
                <a:latin typeface="Barlow Semi Condensed" pitchFamily="34" charset="0"/>
                <a:ea typeface="Barlow Semi Condensed" pitchFamily="34" charset="-122"/>
                <a:cs typeface="Barlow Semi Condensed" pitchFamily="34" charset="-120"/>
              </a:rPr>
              <a:t>Use ChatGPT, Claude, or approved tool</a:t>
            </a:r>
            <a:endParaRPr lang="en-US" sz="1180" dirty="0"/>
          </a:p>
        </p:txBody>
      </p:sp>
      <p:sp>
        <p:nvSpPr>
          <p:cNvPr id="29" name="Shape 27"/>
          <p:cNvSpPr/>
          <p:nvPr/>
        </p:nvSpPr>
        <p:spPr>
          <a:xfrm>
            <a:off x="7680960" y="3072384"/>
            <a:ext cx="560832" cy="0"/>
          </a:xfrm>
          <a:prstGeom prst="line">
            <a:avLst/>
          </a:prstGeom>
          <a:noFill/>
          <a:ln w="33867">
            <a:solidFill>
              <a:srgbClr val="03A7A4"/>
            </a:solidFill>
            <a:prstDash val="solid"/>
            <a:tailEnd type="triangle"/>
          </a:ln>
        </p:spPr>
        <p:txBody>
          <a:bodyPr/>
          <a:lstStyle/>
          <a:p>
            <a:endParaRPr/>
          </a:p>
        </p:txBody>
      </p:sp>
      <p:sp>
        <p:nvSpPr>
          <p:cNvPr id="30" name="Shape 28"/>
          <p:cNvSpPr/>
          <p:nvPr/>
        </p:nvSpPr>
        <p:spPr>
          <a:xfrm>
            <a:off x="8412480" y="2438400"/>
            <a:ext cx="2865120" cy="1280160"/>
          </a:xfrm>
          <a:prstGeom prst="roundRect">
            <a:avLst>
              <a:gd name="adj" fmla="val 7619"/>
            </a:avLst>
          </a:prstGeom>
          <a:solidFill>
            <a:srgbClr val="FFFFFF"/>
          </a:solidFill>
          <a:ln w="16933">
            <a:solidFill>
              <a:srgbClr val="BBC4C9"/>
            </a:solidFill>
            <a:prstDash val="solid"/>
          </a:ln>
        </p:spPr>
        <p:txBody>
          <a:bodyPr/>
          <a:lstStyle/>
          <a:p>
            <a:endParaRPr/>
          </a:p>
        </p:txBody>
      </p:sp>
      <p:sp>
        <p:nvSpPr>
          <p:cNvPr id="31" name="Text 29"/>
          <p:cNvSpPr/>
          <p:nvPr/>
        </p:nvSpPr>
        <p:spPr>
          <a:xfrm>
            <a:off x="8607552" y="2706624"/>
            <a:ext cx="2474976" cy="268224"/>
          </a:xfrm>
          <a:prstGeom prst="rect">
            <a:avLst/>
          </a:prstGeom>
          <a:noFill/>
          <a:ln/>
        </p:spPr>
        <p:txBody>
          <a:bodyPr wrap="square" lIns="508" tIns="508" rIns="508" bIns="508" rtlCol="0" anchor="ctr">
            <a:normAutofit fontScale="92500" lnSpcReduction="20000"/>
          </a:bodyPr>
          <a:lstStyle/>
          <a:p>
            <a:pPr marL="0" indent="0" algn="ctr">
              <a:buNone/>
            </a:pPr>
            <a:r>
              <a:rPr lang="en-US" sz="2266" b="1" dirty="0">
                <a:solidFill>
                  <a:srgbClr val="1B1C19"/>
                </a:solidFill>
                <a:latin typeface="Barlow Semi Condensed" pitchFamily="34" charset="0"/>
                <a:ea typeface="Barlow Semi Condensed" pitchFamily="34" charset="-122"/>
                <a:cs typeface="Barlow Semi Condensed" pitchFamily="34" charset="-120"/>
              </a:rPr>
              <a:t>First draft</a:t>
            </a:r>
            <a:endParaRPr lang="en-US" sz="1700" dirty="0"/>
          </a:p>
        </p:txBody>
      </p:sp>
      <p:sp>
        <p:nvSpPr>
          <p:cNvPr id="32" name="Text 30"/>
          <p:cNvSpPr/>
          <p:nvPr/>
        </p:nvSpPr>
        <p:spPr>
          <a:xfrm>
            <a:off x="8607552" y="3121152"/>
            <a:ext cx="2474976" cy="365760"/>
          </a:xfrm>
          <a:prstGeom prst="rect">
            <a:avLst/>
          </a:prstGeom>
          <a:noFill/>
          <a:ln/>
        </p:spPr>
        <p:txBody>
          <a:bodyPr wrap="square" lIns="508" tIns="508" rIns="508" bIns="508" rtlCol="0" anchor="ctr">
            <a:normAutofit fontScale="85000" lnSpcReduction="10000"/>
          </a:bodyPr>
          <a:lstStyle/>
          <a:p>
            <a:pPr marL="0" indent="0" algn="ctr">
              <a:buNone/>
            </a:pPr>
            <a:r>
              <a:rPr lang="en-US" sz="1573" dirty="0">
                <a:solidFill>
                  <a:srgbClr val="81817F"/>
                </a:solidFill>
                <a:latin typeface="Barlow Semi Condensed" pitchFamily="34" charset="0"/>
                <a:ea typeface="Barlow Semi Condensed" pitchFamily="34" charset="-122"/>
                <a:cs typeface="Barlow Semi Condensed" pitchFamily="34" charset="-120"/>
              </a:rPr>
              <a:t>Build and save something you can test</a:t>
            </a:r>
            <a:endParaRPr lang="en-US" sz="1180" dirty="0"/>
          </a:p>
        </p:txBody>
      </p:sp>
      <p:sp>
        <p:nvSpPr>
          <p:cNvPr id="33" name="Text 31"/>
          <p:cNvSpPr/>
          <p:nvPr/>
        </p:nvSpPr>
        <p:spPr>
          <a:xfrm>
            <a:off x="877824" y="4267200"/>
            <a:ext cx="2682240" cy="243840"/>
          </a:xfrm>
          <a:prstGeom prst="rect">
            <a:avLst/>
          </a:prstGeom>
          <a:noFill/>
          <a:ln/>
        </p:spPr>
        <p:txBody>
          <a:bodyPr wrap="square" lIns="508" tIns="508" rIns="508" bIns="508" rtlCol="0" anchor="ctr">
            <a:normAutofit/>
          </a:bodyPr>
          <a:lstStyle/>
          <a:p>
            <a:pPr marL="0" indent="0" algn="l">
              <a:buNone/>
            </a:pPr>
            <a:r>
              <a:rPr lang="en-US" sz="1333" b="1" dirty="0">
                <a:solidFill>
                  <a:srgbClr val="4F5594"/>
                </a:solidFill>
                <a:latin typeface="Barlow Semi Condensed" pitchFamily="34" charset="0"/>
                <a:ea typeface="Barlow Semi Condensed" pitchFamily="34" charset="-122"/>
                <a:cs typeface="Barlow Semi Condensed" pitchFamily="34" charset="-120"/>
              </a:rPr>
              <a:t>WHAT TO CREATE</a:t>
            </a:r>
            <a:endParaRPr lang="en-US" sz="1000" dirty="0"/>
          </a:p>
        </p:txBody>
      </p:sp>
      <p:sp>
        <p:nvSpPr>
          <p:cNvPr id="34" name="Text 32"/>
          <p:cNvSpPr/>
          <p:nvPr/>
        </p:nvSpPr>
        <p:spPr>
          <a:xfrm>
            <a:off x="877824" y="4632960"/>
            <a:ext cx="10363200" cy="390144"/>
          </a:xfrm>
          <a:prstGeom prst="rect">
            <a:avLst/>
          </a:prstGeom>
          <a:noFill/>
          <a:ln/>
        </p:spPr>
        <p:txBody>
          <a:bodyPr wrap="square" lIns="508" tIns="508" rIns="508" bIns="508" rtlCol="0" anchor="ctr">
            <a:normAutofit fontScale="85000" lnSpcReduction="10000"/>
          </a:bodyPr>
          <a:lstStyle/>
          <a:p>
            <a:pPr marL="0" indent="0" algn="ctr">
              <a:buNone/>
            </a:pPr>
            <a:r>
              <a:rPr lang="en-US" sz="1933" b="1" dirty="0">
                <a:solidFill>
                  <a:srgbClr val="1B1C19"/>
                </a:solidFill>
                <a:latin typeface="Barlow Semi Condensed" pitchFamily="34" charset="0"/>
                <a:ea typeface="Barlow Semi Condensed" pitchFamily="34" charset="-122"/>
                <a:cs typeface="Barlow Semi Condensed" pitchFamily="34" charset="-120"/>
              </a:rPr>
              <a:t>Prompt · template · checklist/SOP · automation outline · dashboard concept · custom GPT instructions · other useful solution</a:t>
            </a:r>
            <a:endParaRPr lang="en-US" sz="1450" dirty="0"/>
          </a:p>
        </p:txBody>
      </p:sp>
      <p:sp>
        <p:nvSpPr>
          <p:cNvPr id="35" name="Shape 33"/>
          <p:cNvSpPr/>
          <p:nvPr/>
        </p:nvSpPr>
        <p:spPr>
          <a:xfrm>
            <a:off x="1097280" y="5291328"/>
            <a:ext cx="9997440" cy="512064"/>
          </a:xfrm>
          <a:prstGeom prst="roundRect">
            <a:avLst>
              <a:gd name="adj" fmla="val 14286"/>
            </a:avLst>
          </a:prstGeom>
          <a:solidFill>
            <a:srgbClr val="1B1C19"/>
          </a:solidFill>
          <a:ln w="16933">
            <a:solidFill>
              <a:srgbClr val="1B1C19">
                <a:alpha val="0"/>
              </a:srgbClr>
            </a:solidFill>
            <a:prstDash val="solid"/>
          </a:ln>
        </p:spPr>
        <p:txBody>
          <a:bodyPr/>
          <a:lstStyle/>
          <a:p>
            <a:endParaRPr/>
          </a:p>
        </p:txBody>
      </p:sp>
      <p:sp>
        <p:nvSpPr>
          <p:cNvPr id="36" name="Text 34"/>
          <p:cNvSpPr/>
          <p:nvPr/>
        </p:nvSpPr>
        <p:spPr>
          <a:xfrm>
            <a:off x="1292352" y="5437632"/>
            <a:ext cx="9607296" cy="219456"/>
          </a:xfrm>
          <a:prstGeom prst="rect">
            <a:avLst/>
          </a:prstGeom>
          <a:noFill/>
          <a:ln/>
        </p:spPr>
        <p:txBody>
          <a:bodyPr wrap="square" lIns="508" tIns="508" rIns="508" bIns="508" rtlCol="0" anchor="ctr">
            <a:normAutofit fontScale="92500" lnSpcReduction="20000"/>
          </a:bodyPr>
          <a:lstStyle/>
          <a:p>
            <a:pPr marL="0" indent="0" algn="ctr">
              <a:buNone/>
            </a:pPr>
            <a:r>
              <a:rPr b="1" dirty="0">
                <a:solidFill>
                  <a:srgbClr val="FFFF00"/>
                </a:solidFill>
              </a:rPr>
              <a:t>What to do now: Build independently. Save your first draft so you can share the headline with the group.</a:t>
            </a:r>
            <a:endParaRPr lang="en-US" sz="1500" b="1" dirty="0">
              <a:solidFill>
                <a:srgbClr val="FFFF00"/>
              </a:solidFill>
            </a:endParaRPr>
          </a:p>
        </p:txBody>
      </p:sp>
      <p:pic>
        <p:nvPicPr>
          <p:cNvPr id="37" name="Image 0" descr="/home/oai/skills/fabletics-deck/assets/logos/F-Icon-Dark.png"/>
          <p:cNvPicPr>
            <a:picLocks noChangeAspect="1"/>
          </p:cNvPicPr>
          <p:nvPr/>
        </p:nvPicPr>
        <p:blipFill>
          <a:blip r:embed="rId3"/>
          <a:stretch>
            <a:fillRect/>
          </a:stretch>
        </p:blipFill>
        <p:spPr>
          <a:xfrm>
            <a:off x="426720" y="6278880"/>
            <a:ext cx="341376" cy="304800"/>
          </a:xfrm>
          <a:prstGeom prst="rect">
            <a:avLst/>
          </a:prstGeom>
        </p:spPr>
      </p:pic>
      <p:sp>
        <p:nvSpPr>
          <p:cNvPr id="38" name="Text 35"/>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1B1C19"/>
                </a:solidFill>
                <a:latin typeface="Barlow Semi Condensed" pitchFamily="34" charset="0"/>
                <a:ea typeface="Barlow Semi Condensed" pitchFamily="34" charset="-122"/>
                <a:cs typeface="Barlow Semi Condensed" pitchFamily="34" charset="-120"/>
              </a:rPr>
              <a:t>CONFIDENTIAL        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4F1ED"/>
        </a:solidFill>
        <a:effectLst/>
      </p:bgPr>
    </p:bg>
    <p:spTree>
      <p:nvGrpSpPr>
        <p:cNvPr id="1" name=""/>
        <p:cNvGrpSpPr/>
        <p:nvPr/>
      </p:nvGrpSpPr>
      <p:grpSpPr>
        <a:xfrm>
          <a:off x="0" y="0"/>
          <a:ext cx="0" cy="0"/>
          <a:chOff x="0" y="0"/>
          <a:chExt cx="0" cy="0"/>
        </a:xfrm>
      </p:grpSpPr>
      <p:sp>
        <p:nvSpPr>
          <p:cNvPr id="2" name="Text 0"/>
          <p:cNvSpPr/>
          <p:nvPr/>
        </p:nvSpPr>
        <p:spPr>
          <a:xfrm>
            <a:off x="670560" y="512064"/>
            <a:ext cx="10850880" cy="512064"/>
          </a:xfrm>
          <a:prstGeom prst="rect">
            <a:avLst/>
          </a:prstGeom>
          <a:noFill/>
          <a:ln/>
        </p:spPr>
        <p:txBody>
          <a:bodyPr wrap="square" lIns="0" tIns="0" rIns="0" bIns="0" rtlCol="0" anchor="ctr">
            <a:normAutofit lnSpcReduction="10000"/>
          </a:bodyPr>
          <a:lstStyle/>
          <a:p>
            <a:pPr marL="0" indent="0">
              <a:buNone/>
            </a:pPr>
            <a:r>
              <a:rPr lang="en-US" sz="3600" b="1" dirty="0">
                <a:solidFill>
                  <a:srgbClr val="1B1C19"/>
                </a:solidFill>
                <a:latin typeface="Barlow Semi Condensed" pitchFamily="34" charset="0"/>
                <a:ea typeface="Barlow Semi Condensed" pitchFamily="34" charset="-122"/>
                <a:cs typeface="Barlow Semi Condensed" pitchFamily="34" charset="-120"/>
              </a:rPr>
              <a:t>Share quickly, then listen for what is worth reusing.</a:t>
            </a:r>
            <a:endParaRPr lang="en-US" sz="2700" dirty="0"/>
          </a:p>
        </p:txBody>
      </p:sp>
      <p:sp>
        <p:nvSpPr>
          <p:cNvPr id="3" name="Text 1"/>
          <p:cNvSpPr/>
          <p:nvPr/>
        </p:nvSpPr>
        <p:spPr>
          <a:xfrm>
            <a:off x="670560" y="1097280"/>
            <a:ext cx="10850880" cy="426720"/>
          </a:xfrm>
          <a:prstGeom prst="rect">
            <a:avLst/>
          </a:prstGeom>
          <a:noFill/>
          <a:ln/>
        </p:spPr>
        <p:txBody>
          <a:bodyPr wrap="square" lIns="0" tIns="0" rIns="0" bIns="0" rtlCol="0" anchor="ctr">
            <a:normAutofit/>
          </a:bodyPr>
          <a:lstStyle/>
          <a:p>
            <a:pPr marL="0" indent="0">
              <a:buNone/>
            </a:pPr>
            <a:r>
              <a:rPr lang="en-US" sz="2000" dirty="0">
                <a:solidFill>
                  <a:srgbClr val="81817F"/>
                </a:solidFill>
                <a:latin typeface="Barlow Semi Condensed" pitchFamily="34" charset="0"/>
                <a:ea typeface="Barlow Semi Condensed" pitchFamily="34" charset="-122"/>
                <a:cs typeface="Barlow Semi Condensed" pitchFamily="34" charset="-120"/>
              </a:rPr>
              <a:t>This is pattern recognition, not a long debrief.</a:t>
            </a:r>
            <a:endParaRPr lang="en-US" sz="1500" dirty="0"/>
          </a:p>
        </p:txBody>
      </p:sp>
      <p:sp>
        <p:nvSpPr>
          <p:cNvPr id="4" name="Text 2"/>
          <p:cNvSpPr/>
          <p:nvPr/>
        </p:nvSpPr>
        <p:spPr>
          <a:xfrm>
            <a:off x="792480" y="1665001"/>
            <a:ext cx="1645920" cy="292608"/>
          </a:xfrm>
          <a:prstGeom prst="rect">
            <a:avLst/>
          </a:prstGeom>
          <a:solidFill>
            <a:srgbClr val="1B1C19"/>
          </a:solidFill>
          <a:ln>
            <a:solidFill>
              <a:srgbClr val="1B1C19"/>
            </a:solidFill>
          </a:ln>
        </p:spPr>
        <p:txBody>
          <a:bodyPr wrap="square" lIns="381" tIns="381" rIns="381" bIns="381" rtlCol="0" anchor="ctr"/>
          <a:lstStyle/>
          <a:p>
            <a:pPr marL="0" indent="0" algn="ctr">
              <a:buNone/>
            </a:pPr>
            <a:r>
              <a:rPr lang="en-US" sz="1466" b="1" dirty="0">
                <a:solidFill>
                  <a:srgbClr val="FFFFFF"/>
                </a:solidFill>
                <a:latin typeface="Barlow Semi Condensed" pitchFamily="34" charset="0"/>
                <a:ea typeface="Barlow Semi Condensed" pitchFamily="34" charset="-122"/>
                <a:cs typeface="Barlow Semi Condensed" pitchFamily="34" charset="-120"/>
              </a:rPr>
              <a:t>8–10 MINUTES</a:t>
            </a:r>
            <a:endParaRPr lang="en-US" sz="1100" dirty="0"/>
          </a:p>
        </p:txBody>
      </p:sp>
      <p:sp>
        <p:nvSpPr>
          <p:cNvPr id="5" name="Shape 3"/>
          <p:cNvSpPr/>
          <p:nvPr/>
        </p:nvSpPr>
        <p:spPr>
          <a:xfrm>
            <a:off x="792480" y="2133600"/>
            <a:ext cx="4998720" cy="2743200"/>
          </a:xfrm>
          <a:prstGeom prst="roundRect">
            <a:avLst>
              <a:gd name="adj" fmla="val 3556"/>
            </a:avLst>
          </a:prstGeom>
          <a:solidFill>
            <a:srgbClr val="FFFFFF"/>
          </a:solidFill>
          <a:ln w="16933">
            <a:solidFill>
              <a:srgbClr val="BBC4C9"/>
            </a:solidFill>
            <a:prstDash val="solid"/>
          </a:ln>
        </p:spPr>
        <p:txBody>
          <a:bodyPr/>
          <a:lstStyle/>
          <a:p>
            <a:endParaRPr/>
          </a:p>
        </p:txBody>
      </p:sp>
      <p:sp>
        <p:nvSpPr>
          <p:cNvPr id="6" name="Text 4"/>
          <p:cNvSpPr/>
          <p:nvPr/>
        </p:nvSpPr>
        <p:spPr>
          <a:xfrm>
            <a:off x="1158240" y="2414016"/>
            <a:ext cx="3901440" cy="243840"/>
          </a:xfrm>
          <a:prstGeom prst="rect">
            <a:avLst/>
          </a:prstGeom>
          <a:noFill/>
          <a:ln/>
        </p:spPr>
        <p:txBody>
          <a:bodyPr wrap="square" lIns="508" tIns="508" rIns="508" bIns="508" rtlCol="0" anchor="ctr">
            <a:normAutofit/>
          </a:bodyPr>
          <a:lstStyle/>
          <a:p>
            <a:pPr marL="0" indent="0" algn="l">
              <a:buNone/>
            </a:pPr>
            <a:r>
              <a:rPr lang="en-US" sz="1400" b="1" dirty="0">
                <a:solidFill>
                  <a:srgbClr val="03A7A4"/>
                </a:solidFill>
                <a:latin typeface="Barlow Semi Condensed" pitchFamily="34" charset="0"/>
                <a:ea typeface="Barlow Semi Condensed" pitchFamily="34" charset="-122"/>
                <a:cs typeface="Barlow Semi Condensed" pitchFamily="34" charset="-120"/>
              </a:rPr>
              <a:t>ROUND-ROBIN: EACH PERSON SHARES</a:t>
            </a:r>
            <a:endParaRPr lang="en-US" sz="1050" dirty="0"/>
          </a:p>
        </p:txBody>
      </p:sp>
      <p:sp>
        <p:nvSpPr>
          <p:cNvPr id="7" name="Shape 5"/>
          <p:cNvSpPr/>
          <p:nvPr/>
        </p:nvSpPr>
        <p:spPr>
          <a:xfrm>
            <a:off x="1158240" y="2950464"/>
            <a:ext cx="268224" cy="268224"/>
          </a:xfrm>
          <a:prstGeom prst="ellipse">
            <a:avLst/>
          </a:prstGeom>
          <a:solidFill>
            <a:srgbClr val="03A7A4"/>
          </a:solidFill>
          <a:ln w="16933">
            <a:solidFill>
              <a:srgbClr val="03A7A4"/>
            </a:solidFill>
            <a:prstDash val="solid"/>
          </a:ln>
        </p:spPr>
        <p:txBody>
          <a:bodyPr/>
          <a:lstStyle/>
          <a:p>
            <a:endParaRPr/>
          </a:p>
        </p:txBody>
      </p:sp>
      <p:sp>
        <p:nvSpPr>
          <p:cNvPr id="8" name="Text 6"/>
          <p:cNvSpPr/>
          <p:nvPr/>
        </p:nvSpPr>
        <p:spPr>
          <a:xfrm>
            <a:off x="1207008" y="2980944"/>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1</a:t>
            </a:r>
            <a:endParaRPr lang="en-US" sz="800" dirty="0"/>
          </a:p>
        </p:txBody>
      </p:sp>
      <p:sp>
        <p:nvSpPr>
          <p:cNvPr id="9" name="Text 7"/>
          <p:cNvSpPr/>
          <p:nvPr/>
        </p:nvSpPr>
        <p:spPr>
          <a:xfrm>
            <a:off x="1524000" y="2938272"/>
            <a:ext cx="3535680" cy="341376"/>
          </a:xfrm>
          <a:prstGeom prst="rect">
            <a:avLst/>
          </a:prstGeom>
          <a:noFill/>
          <a:ln/>
        </p:spPr>
        <p:txBody>
          <a:bodyPr wrap="square" lIns="508" tIns="508" rIns="508" bIns="508" rtlCol="0" anchor="ctr">
            <a:normAutofit/>
          </a:bodyPr>
          <a:lstStyle/>
          <a:p>
            <a:pPr marL="0" indent="0" algn="l">
              <a:buNone/>
            </a:pPr>
            <a:r>
              <a:rPr lang="en-US" sz="1933" dirty="0">
                <a:solidFill>
                  <a:srgbClr val="1B1C19"/>
                </a:solidFill>
                <a:latin typeface="Barlow Semi Condensed" pitchFamily="34" charset="0"/>
                <a:ea typeface="Barlow Semi Condensed" pitchFamily="34" charset="-122"/>
                <a:cs typeface="Barlow Semi Condensed" pitchFamily="34" charset="-120"/>
              </a:rPr>
              <a:t>Workflow improved</a:t>
            </a:r>
            <a:endParaRPr lang="en-US" sz="1450" dirty="0"/>
          </a:p>
        </p:txBody>
      </p:sp>
      <p:sp>
        <p:nvSpPr>
          <p:cNvPr id="10" name="Shape 8"/>
          <p:cNvSpPr/>
          <p:nvPr/>
        </p:nvSpPr>
        <p:spPr>
          <a:xfrm>
            <a:off x="1158240" y="3377184"/>
            <a:ext cx="268224" cy="268224"/>
          </a:xfrm>
          <a:prstGeom prst="ellipse">
            <a:avLst/>
          </a:prstGeom>
          <a:solidFill>
            <a:srgbClr val="03A7A4"/>
          </a:solidFill>
          <a:ln w="16933">
            <a:solidFill>
              <a:srgbClr val="03A7A4"/>
            </a:solidFill>
            <a:prstDash val="solid"/>
          </a:ln>
        </p:spPr>
        <p:txBody>
          <a:bodyPr/>
          <a:lstStyle/>
          <a:p>
            <a:endParaRPr/>
          </a:p>
        </p:txBody>
      </p:sp>
      <p:sp>
        <p:nvSpPr>
          <p:cNvPr id="11" name="Text 9"/>
          <p:cNvSpPr/>
          <p:nvPr/>
        </p:nvSpPr>
        <p:spPr>
          <a:xfrm>
            <a:off x="1207008" y="3407664"/>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2</a:t>
            </a:r>
            <a:endParaRPr lang="en-US" sz="800" dirty="0"/>
          </a:p>
        </p:txBody>
      </p:sp>
      <p:sp>
        <p:nvSpPr>
          <p:cNvPr id="12" name="Text 10"/>
          <p:cNvSpPr/>
          <p:nvPr/>
        </p:nvSpPr>
        <p:spPr>
          <a:xfrm>
            <a:off x="1524000" y="3364992"/>
            <a:ext cx="3535680" cy="341376"/>
          </a:xfrm>
          <a:prstGeom prst="rect">
            <a:avLst/>
          </a:prstGeom>
          <a:noFill/>
          <a:ln/>
        </p:spPr>
        <p:txBody>
          <a:bodyPr wrap="square" lIns="508" tIns="508" rIns="508" bIns="508" rtlCol="0" anchor="ctr">
            <a:normAutofit/>
          </a:bodyPr>
          <a:lstStyle/>
          <a:p>
            <a:pPr marL="0" indent="0" algn="l">
              <a:buNone/>
            </a:pPr>
            <a:r>
              <a:rPr lang="en-US" sz="1933" dirty="0">
                <a:solidFill>
                  <a:srgbClr val="1B1C19"/>
                </a:solidFill>
                <a:latin typeface="Barlow Semi Condensed" pitchFamily="34" charset="0"/>
                <a:ea typeface="Barlow Semi Condensed" pitchFamily="34" charset="-122"/>
                <a:cs typeface="Barlow Semi Condensed" pitchFamily="34" charset="-120"/>
              </a:rPr>
              <a:t>AI job selected</a:t>
            </a:r>
            <a:endParaRPr lang="en-US" sz="1450" dirty="0"/>
          </a:p>
        </p:txBody>
      </p:sp>
      <p:sp>
        <p:nvSpPr>
          <p:cNvPr id="13" name="Shape 11"/>
          <p:cNvSpPr/>
          <p:nvPr/>
        </p:nvSpPr>
        <p:spPr>
          <a:xfrm>
            <a:off x="1158240" y="3803904"/>
            <a:ext cx="268224" cy="268224"/>
          </a:xfrm>
          <a:prstGeom prst="ellipse">
            <a:avLst/>
          </a:prstGeom>
          <a:solidFill>
            <a:srgbClr val="03A7A4"/>
          </a:solidFill>
          <a:ln w="16933">
            <a:solidFill>
              <a:srgbClr val="03A7A4"/>
            </a:solidFill>
            <a:prstDash val="solid"/>
          </a:ln>
        </p:spPr>
        <p:txBody>
          <a:bodyPr/>
          <a:lstStyle/>
          <a:p>
            <a:endParaRPr/>
          </a:p>
        </p:txBody>
      </p:sp>
      <p:sp>
        <p:nvSpPr>
          <p:cNvPr id="14" name="Text 12"/>
          <p:cNvSpPr/>
          <p:nvPr/>
        </p:nvSpPr>
        <p:spPr>
          <a:xfrm>
            <a:off x="1207008" y="3834384"/>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3</a:t>
            </a:r>
            <a:endParaRPr lang="en-US" sz="800" dirty="0"/>
          </a:p>
        </p:txBody>
      </p:sp>
      <p:sp>
        <p:nvSpPr>
          <p:cNvPr id="15" name="Text 13"/>
          <p:cNvSpPr/>
          <p:nvPr/>
        </p:nvSpPr>
        <p:spPr>
          <a:xfrm>
            <a:off x="1524000" y="3791712"/>
            <a:ext cx="3535680" cy="341376"/>
          </a:xfrm>
          <a:prstGeom prst="rect">
            <a:avLst/>
          </a:prstGeom>
          <a:noFill/>
          <a:ln/>
        </p:spPr>
        <p:txBody>
          <a:bodyPr wrap="square" lIns="508" tIns="508" rIns="508" bIns="508" rtlCol="0" anchor="ctr">
            <a:normAutofit/>
          </a:bodyPr>
          <a:lstStyle/>
          <a:p>
            <a:pPr marL="0" indent="0" algn="l">
              <a:buNone/>
            </a:pPr>
            <a:r>
              <a:rPr lang="en-US" sz="1933" dirty="0">
                <a:solidFill>
                  <a:srgbClr val="1B1C19"/>
                </a:solidFill>
                <a:latin typeface="Barlow Semi Condensed" pitchFamily="34" charset="0"/>
                <a:ea typeface="Barlow Semi Condensed" pitchFamily="34" charset="-122"/>
                <a:cs typeface="Barlow Semi Condensed" pitchFamily="34" charset="-120"/>
              </a:rPr>
              <a:t>First solution created or started</a:t>
            </a:r>
            <a:endParaRPr lang="en-US" sz="1450" dirty="0"/>
          </a:p>
        </p:txBody>
      </p:sp>
      <p:sp>
        <p:nvSpPr>
          <p:cNvPr id="16" name="Shape 14"/>
          <p:cNvSpPr/>
          <p:nvPr/>
        </p:nvSpPr>
        <p:spPr>
          <a:xfrm>
            <a:off x="1158240" y="4230624"/>
            <a:ext cx="268224" cy="268224"/>
          </a:xfrm>
          <a:prstGeom prst="ellipse">
            <a:avLst/>
          </a:prstGeom>
          <a:solidFill>
            <a:srgbClr val="03A7A4"/>
          </a:solidFill>
          <a:ln w="16933">
            <a:solidFill>
              <a:srgbClr val="03A7A4"/>
            </a:solidFill>
            <a:prstDash val="solid"/>
          </a:ln>
        </p:spPr>
        <p:txBody>
          <a:bodyPr/>
          <a:lstStyle/>
          <a:p>
            <a:endParaRPr/>
          </a:p>
        </p:txBody>
      </p:sp>
      <p:sp>
        <p:nvSpPr>
          <p:cNvPr id="17" name="Text 15"/>
          <p:cNvSpPr/>
          <p:nvPr/>
        </p:nvSpPr>
        <p:spPr>
          <a:xfrm>
            <a:off x="1207008" y="4261104"/>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4</a:t>
            </a:r>
            <a:endParaRPr lang="en-US" sz="800" dirty="0"/>
          </a:p>
        </p:txBody>
      </p:sp>
      <p:sp>
        <p:nvSpPr>
          <p:cNvPr id="18" name="Text 16"/>
          <p:cNvSpPr/>
          <p:nvPr/>
        </p:nvSpPr>
        <p:spPr>
          <a:xfrm>
            <a:off x="1524000" y="4218432"/>
            <a:ext cx="3535680" cy="341376"/>
          </a:xfrm>
          <a:prstGeom prst="rect">
            <a:avLst/>
          </a:prstGeom>
          <a:noFill/>
          <a:ln/>
        </p:spPr>
        <p:txBody>
          <a:bodyPr wrap="square" lIns="508" tIns="508" rIns="508" bIns="508" rtlCol="0" anchor="ctr">
            <a:normAutofit/>
          </a:bodyPr>
          <a:lstStyle/>
          <a:p>
            <a:pPr marL="0" indent="0" algn="l">
              <a:buNone/>
            </a:pPr>
            <a:r>
              <a:rPr lang="en-US" sz="1933" dirty="0">
                <a:solidFill>
                  <a:srgbClr val="1B1C19"/>
                </a:solidFill>
                <a:latin typeface="Barlow Semi Condensed" pitchFamily="34" charset="0"/>
                <a:ea typeface="Barlow Semi Condensed" pitchFamily="34" charset="-122"/>
                <a:cs typeface="Barlow Semi Condensed" pitchFamily="34" charset="-120"/>
              </a:rPr>
              <a:t>Reuse potential for the team</a:t>
            </a:r>
            <a:endParaRPr lang="en-US" sz="1450" dirty="0"/>
          </a:p>
        </p:txBody>
      </p:sp>
      <p:sp>
        <p:nvSpPr>
          <p:cNvPr id="19" name="Shape 17"/>
          <p:cNvSpPr/>
          <p:nvPr/>
        </p:nvSpPr>
        <p:spPr>
          <a:xfrm>
            <a:off x="6278880" y="2133600"/>
            <a:ext cx="4998720" cy="2743200"/>
          </a:xfrm>
          <a:prstGeom prst="roundRect">
            <a:avLst>
              <a:gd name="adj" fmla="val 3556"/>
            </a:avLst>
          </a:prstGeom>
          <a:solidFill>
            <a:srgbClr val="E8E4DA"/>
          </a:solidFill>
          <a:ln w="16933">
            <a:solidFill>
              <a:srgbClr val="E8E4DA"/>
            </a:solidFill>
            <a:prstDash val="solid"/>
          </a:ln>
        </p:spPr>
        <p:txBody>
          <a:bodyPr/>
          <a:lstStyle/>
          <a:p>
            <a:endParaRPr/>
          </a:p>
        </p:txBody>
      </p:sp>
      <p:sp>
        <p:nvSpPr>
          <p:cNvPr id="20" name="Text 18"/>
          <p:cNvSpPr/>
          <p:nvPr/>
        </p:nvSpPr>
        <p:spPr>
          <a:xfrm>
            <a:off x="6644640" y="2414016"/>
            <a:ext cx="3901440" cy="243840"/>
          </a:xfrm>
          <a:prstGeom prst="rect">
            <a:avLst/>
          </a:prstGeom>
          <a:noFill/>
          <a:ln/>
        </p:spPr>
        <p:txBody>
          <a:bodyPr wrap="square" lIns="508" tIns="508" rIns="508" bIns="508" rtlCol="0" anchor="ctr">
            <a:normAutofit/>
          </a:bodyPr>
          <a:lstStyle/>
          <a:p>
            <a:pPr marL="0" indent="0" algn="l">
              <a:buNone/>
            </a:pPr>
            <a:r>
              <a:rPr lang="en-US" sz="1400" b="1" dirty="0">
                <a:solidFill>
                  <a:srgbClr val="4F5594"/>
                </a:solidFill>
                <a:latin typeface="Barlow Semi Condensed" pitchFamily="34" charset="0"/>
                <a:ea typeface="Barlow Semi Condensed" pitchFamily="34" charset="-122"/>
                <a:cs typeface="Barlow Semi Condensed" pitchFamily="34" charset="-120"/>
              </a:rPr>
              <a:t>TEAM SCAN: LISTEN FOR</a:t>
            </a:r>
            <a:endParaRPr lang="en-US" sz="1050" dirty="0"/>
          </a:p>
        </p:txBody>
      </p:sp>
      <p:sp>
        <p:nvSpPr>
          <p:cNvPr id="21" name="Shape 19"/>
          <p:cNvSpPr/>
          <p:nvPr/>
        </p:nvSpPr>
        <p:spPr>
          <a:xfrm>
            <a:off x="6644640" y="3048000"/>
            <a:ext cx="207264" cy="207264"/>
          </a:xfrm>
          <a:prstGeom prst="ellipse">
            <a:avLst/>
          </a:prstGeom>
          <a:solidFill>
            <a:srgbClr val="03A7A4"/>
          </a:solidFill>
          <a:ln w="16933">
            <a:solidFill>
              <a:srgbClr val="03A7A4"/>
            </a:solidFill>
            <a:prstDash val="solid"/>
          </a:ln>
        </p:spPr>
        <p:txBody>
          <a:bodyPr/>
          <a:lstStyle/>
          <a:p>
            <a:endParaRPr/>
          </a:p>
        </p:txBody>
      </p:sp>
      <p:sp>
        <p:nvSpPr>
          <p:cNvPr id="22" name="Text 20"/>
          <p:cNvSpPr/>
          <p:nvPr/>
        </p:nvSpPr>
        <p:spPr>
          <a:xfrm>
            <a:off x="6675120" y="3066288"/>
            <a:ext cx="146304" cy="121920"/>
          </a:xfrm>
          <a:prstGeom prst="rect">
            <a:avLst/>
          </a:prstGeom>
          <a:noFill/>
          <a:ln/>
        </p:spPr>
        <p:txBody>
          <a:bodyPr wrap="square" lIns="508" tIns="508" rIns="508" bIns="508" rtlCol="0" anchor="ctr">
            <a:normAutofit fontScale="92500" lnSpcReduction="20000"/>
          </a:bodyPr>
          <a:lstStyle/>
          <a:p>
            <a:pPr marL="0" indent="0" algn="ctr">
              <a:buNone/>
            </a:pPr>
            <a:r>
              <a:rPr lang="en-US" sz="933" b="1" dirty="0">
                <a:solidFill>
                  <a:srgbClr val="FFFFFF"/>
                </a:solidFill>
                <a:latin typeface="Barlow Semi Condensed" pitchFamily="34" charset="0"/>
                <a:ea typeface="Barlow Semi Condensed" pitchFamily="34" charset="-122"/>
                <a:cs typeface="Barlow Semi Condensed" pitchFamily="34" charset="-120"/>
              </a:rPr>
              <a:t>✓</a:t>
            </a:r>
            <a:endParaRPr lang="en-US" sz="700" dirty="0"/>
          </a:p>
        </p:txBody>
      </p:sp>
      <p:sp>
        <p:nvSpPr>
          <p:cNvPr id="23" name="Text 21"/>
          <p:cNvSpPr/>
          <p:nvPr/>
        </p:nvSpPr>
        <p:spPr>
          <a:xfrm>
            <a:off x="7010400" y="3011424"/>
            <a:ext cx="3535680" cy="341376"/>
          </a:xfrm>
          <a:prstGeom prst="rect">
            <a:avLst/>
          </a:prstGeom>
          <a:noFill/>
          <a:ln/>
        </p:spPr>
        <p:txBody>
          <a:bodyPr wrap="square" lIns="508" tIns="508" rIns="508" bIns="508" rtlCol="0" anchor="ctr">
            <a:normAutofit/>
          </a:bodyPr>
          <a:lstStyle/>
          <a:p>
            <a:pPr marL="0" indent="0" algn="l">
              <a:buNone/>
            </a:pPr>
            <a:r>
              <a:rPr lang="en-US" dirty="0">
                <a:solidFill>
                  <a:srgbClr val="1B1C19"/>
                </a:solidFill>
                <a:latin typeface="Barlow Semi Condensed" pitchFamily="34" charset="0"/>
                <a:ea typeface="Barlow Semi Condensed" pitchFamily="34" charset="-122"/>
                <a:cs typeface="Barlow Semi Condensed" pitchFamily="34" charset="-120"/>
              </a:rPr>
              <a:t>Similar workflows across people</a:t>
            </a:r>
            <a:endParaRPr lang="en-US" dirty="0"/>
          </a:p>
        </p:txBody>
      </p:sp>
      <p:sp>
        <p:nvSpPr>
          <p:cNvPr id="24" name="Shape 22"/>
          <p:cNvSpPr/>
          <p:nvPr/>
        </p:nvSpPr>
        <p:spPr>
          <a:xfrm>
            <a:off x="6644640" y="3535680"/>
            <a:ext cx="207264" cy="207264"/>
          </a:xfrm>
          <a:prstGeom prst="ellipse">
            <a:avLst/>
          </a:prstGeom>
          <a:solidFill>
            <a:srgbClr val="03A7A4"/>
          </a:solidFill>
          <a:ln w="16933">
            <a:solidFill>
              <a:srgbClr val="03A7A4"/>
            </a:solidFill>
            <a:prstDash val="solid"/>
          </a:ln>
        </p:spPr>
        <p:txBody>
          <a:bodyPr/>
          <a:lstStyle/>
          <a:p>
            <a:endParaRPr/>
          </a:p>
        </p:txBody>
      </p:sp>
      <p:sp>
        <p:nvSpPr>
          <p:cNvPr id="25" name="Text 23"/>
          <p:cNvSpPr/>
          <p:nvPr/>
        </p:nvSpPr>
        <p:spPr>
          <a:xfrm>
            <a:off x="6675120" y="3553968"/>
            <a:ext cx="146304" cy="121920"/>
          </a:xfrm>
          <a:prstGeom prst="rect">
            <a:avLst/>
          </a:prstGeom>
          <a:noFill/>
          <a:ln/>
        </p:spPr>
        <p:txBody>
          <a:bodyPr wrap="square" lIns="508" tIns="508" rIns="508" bIns="508" rtlCol="0" anchor="ctr">
            <a:normAutofit fontScale="92500" lnSpcReduction="20000"/>
          </a:bodyPr>
          <a:lstStyle/>
          <a:p>
            <a:pPr marL="0" indent="0" algn="ctr">
              <a:buNone/>
            </a:pPr>
            <a:r>
              <a:rPr lang="en-US" sz="933" b="1" dirty="0">
                <a:solidFill>
                  <a:srgbClr val="FFFFFF"/>
                </a:solidFill>
                <a:latin typeface="Barlow Semi Condensed" pitchFamily="34" charset="0"/>
                <a:ea typeface="Barlow Semi Condensed" pitchFamily="34" charset="-122"/>
                <a:cs typeface="Barlow Semi Condensed" pitchFamily="34" charset="-120"/>
              </a:rPr>
              <a:t>✓</a:t>
            </a:r>
            <a:endParaRPr lang="en-US" sz="700" dirty="0"/>
          </a:p>
        </p:txBody>
      </p:sp>
      <p:sp>
        <p:nvSpPr>
          <p:cNvPr id="26" name="Text 24"/>
          <p:cNvSpPr/>
          <p:nvPr/>
        </p:nvSpPr>
        <p:spPr>
          <a:xfrm>
            <a:off x="7010400" y="3499104"/>
            <a:ext cx="3535680" cy="341376"/>
          </a:xfrm>
          <a:prstGeom prst="rect">
            <a:avLst/>
          </a:prstGeom>
          <a:noFill/>
          <a:ln/>
        </p:spPr>
        <p:txBody>
          <a:bodyPr wrap="square" lIns="508" tIns="508" rIns="508" bIns="508" rtlCol="0" anchor="ctr">
            <a:normAutofit/>
          </a:bodyPr>
          <a:lstStyle/>
          <a:p>
            <a:pPr marL="0" indent="0" algn="l">
              <a:buNone/>
            </a:pPr>
            <a:r>
              <a:rPr lang="en-US" dirty="0">
                <a:solidFill>
                  <a:srgbClr val="1B1C19"/>
                </a:solidFill>
                <a:latin typeface="Barlow Semi Condensed" pitchFamily="34" charset="0"/>
                <a:ea typeface="Barlow Semi Condensed" pitchFamily="34" charset="-122"/>
                <a:cs typeface="Barlow Semi Condensed" pitchFamily="34" charset="-120"/>
              </a:rPr>
              <a:t>Solutions others could reuse</a:t>
            </a:r>
            <a:endParaRPr lang="en-US" dirty="0"/>
          </a:p>
        </p:txBody>
      </p:sp>
      <p:sp>
        <p:nvSpPr>
          <p:cNvPr id="27" name="Shape 25"/>
          <p:cNvSpPr/>
          <p:nvPr/>
        </p:nvSpPr>
        <p:spPr>
          <a:xfrm>
            <a:off x="6644640" y="4023360"/>
            <a:ext cx="207264" cy="207264"/>
          </a:xfrm>
          <a:prstGeom prst="ellipse">
            <a:avLst/>
          </a:prstGeom>
          <a:solidFill>
            <a:srgbClr val="03A7A4"/>
          </a:solidFill>
          <a:ln w="16933">
            <a:solidFill>
              <a:srgbClr val="03A7A4"/>
            </a:solidFill>
            <a:prstDash val="solid"/>
          </a:ln>
        </p:spPr>
        <p:txBody>
          <a:bodyPr/>
          <a:lstStyle/>
          <a:p>
            <a:endParaRPr/>
          </a:p>
        </p:txBody>
      </p:sp>
      <p:sp>
        <p:nvSpPr>
          <p:cNvPr id="28" name="Text 26"/>
          <p:cNvSpPr/>
          <p:nvPr/>
        </p:nvSpPr>
        <p:spPr>
          <a:xfrm>
            <a:off x="6675120" y="4041648"/>
            <a:ext cx="146304" cy="121920"/>
          </a:xfrm>
          <a:prstGeom prst="rect">
            <a:avLst/>
          </a:prstGeom>
          <a:noFill/>
          <a:ln/>
        </p:spPr>
        <p:txBody>
          <a:bodyPr wrap="square" lIns="508" tIns="508" rIns="508" bIns="508" rtlCol="0" anchor="ctr">
            <a:normAutofit fontScale="92500" lnSpcReduction="20000"/>
          </a:bodyPr>
          <a:lstStyle/>
          <a:p>
            <a:pPr marL="0" indent="0" algn="ctr">
              <a:buNone/>
            </a:pPr>
            <a:r>
              <a:rPr lang="en-US" sz="933" b="1" dirty="0">
                <a:solidFill>
                  <a:srgbClr val="FFFFFF"/>
                </a:solidFill>
                <a:latin typeface="Barlow Semi Condensed" pitchFamily="34" charset="0"/>
                <a:ea typeface="Barlow Semi Condensed" pitchFamily="34" charset="-122"/>
                <a:cs typeface="Barlow Semi Condensed" pitchFamily="34" charset="-120"/>
              </a:rPr>
              <a:t>✓</a:t>
            </a:r>
            <a:endParaRPr lang="en-US" sz="700" dirty="0"/>
          </a:p>
        </p:txBody>
      </p:sp>
      <p:sp>
        <p:nvSpPr>
          <p:cNvPr id="29" name="Text 27"/>
          <p:cNvSpPr/>
          <p:nvPr/>
        </p:nvSpPr>
        <p:spPr>
          <a:xfrm>
            <a:off x="7010399" y="3986784"/>
            <a:ext cx="4121427" cy="341376"/>
          </a:xfrm>
          <a:prstGeom prst="rect">
            <a:avLst/>
          </a:prstGeom>
          <a:noFill/>
          <a:ln/>
        </p:spPr>
        <p:txBody>
          <a:bodyPr wrap="square" lIns="508" tIns="508" rIns="508" bIns="508" rtlCol="0" anchor="ctr">
            <a:noAutofit/>
          </a:bodyPr>
          <a:lstStyle/>
          <a:p>
            <a:pPr marL="0" indent="0" algn="l">
              <a:buNone/>
            </a:pPr>
            <a:r>
              <a:rPr lang="en-US" dirty="0">
                <a:solidFill>
                  <a:srgbClr val="1B1C19"/>
                </a:solidFill>
                <a:latin typeface="Barlow Semi Condensed" pitchFamily="34" charset="0"/>
                <a:ea typeface="Barlow Semi Condensed" pitchFamily="34" charset="-122"/>
                <a:cs typeface="Barlow Semi Condensed" pitchFamily="34" charset="-120"/>
              </a:rPr>
              <a:t>One prompt, template, or SOP worth standardizing</a:t>
            </a:r>
            <a:endParaRPr lang="en-US" dirty="0"/>
          </a:p>
        </p:txBody>
      </p:sp>
      <p:sp>
        <p:nvSpPr>
          <p:cNvPr id="30" name="Shape 28"/>
          <p:cNvSpPr/>
          <p:nvPr/>
        </p:nvSpPr>
        <p:spPr>
          <a:xfrm>
            <a:off x="975360" y="5303520"/>
            <a:ext cx="10241280" cy="512064"/>
          </a:xfrm>
          <a:prstGeom prst="roundRect">
            <a:avLst>
              <a:gd name="adj" fmla="val 14286"/>
            </a:avLst>
          </a:prstGeom>
          <a:solidFill>
            <a:srgbClr val="1B1C19"/>
          </a:solidFill>
          <a:ln w="16933">
            <a:solidFill>
              <a:srgbClr val="1B1C19">
                <a:alpha val="0"/>
              </a:srgbClr>
            </a:solidFill>
            <a:prstDash val="solid"/>
          </a:ln>
        </p:spPr>
        <p:txBody>
          <a:bodyPr/>
          <a:lstStyle/>
          <a:p>
            <a:endParaRPr/>
          </a:p>
        </p:txBody>
      </p:sp>
      <p:sp>
        <p:nvSpPr>
          <p:cNvPr id="31" name="Text 29"/>
          <p:cNvSpPr/>
          <p:nvPr/>
        </p:nvSpPr>
        <p:spPr>
          <a:xfrm>
            <a:off x="1170432" y="5449824"/>
            <a:ext cx="9851136" cy="219456"/>
          </a:xfrm>
          <a:prstGeom prst="rect">
            <a:avLst/>
          </a:prstGeom>
          <a:noFill/>
          <a:ln/>
        </p:spPr>
        <p:txBody>
          <a:bodyPr wrap="square" lIns="508" tIns="508" rIns="508" bIns="508" rtlCol="0" anchor="ctr">
            <a:normAutofit fontScale="92500" lnSpcReduction="20000"/>
          </a:bodyPr>
          <a:lstStyle/>
          <a:p>
            <a:pPr marL="0" indent="0" algn="ctr">
              <a:buNone/>
            </a:pPr>
            <a:r>
              <a:rPr b="1" dirty="0">
                <a:solidFill>
                  <a:srgbClr val="FFFF00"/>
                </a:solidFill>
              </a:rPr>
              <a:t>What to do now: Round-robin share in about 60 seconds: workflow, AI job, solution, and reuse potential.</a:t>
            </a:r>
            <a:endParaRPr lang="en-US" sz="1500" b="1" dirty="0">
              <a:solidFill>
                <a:srgbClr val="FFFF00"/>
              </a:solidFill>
            </a:endParaRPr>
          </a:p>
        </p:txBody>
      </p:sp>
      <p:pic>
        <p:nvPicPr>
          <p:cNvPr id="32" name="Image 0" descr="/home/oai/skills/fabletics-deck/assets/logos/F-Icon-Dark.png"/>
          <p:cNvPicPr>
            <a:picLocks noChangeAspect="1"/>
          </p:cNvPicPr>
          <p:nvPr/>
        </p:nvPicPr>
        <p:blipFill>
          <a:blip r:embed="rId3"/>
          <a:stretch>
            <a:fillRect/>
          </a:stretch>
        </p:blipFill>
        <p:spPr>
          <a:xfrm>
            <a:off x="426720" y="6278880"/>
            <a:ext cx="341376" cy="304800"/>
          </a:xfrm>
          <a:prstGeom prst="rect">
            <a:avLst/>
          </a:prstGeom>
        </p:spPr>
      </p:pic>
      <p:sp>
        <p:nvSpPr>
          <p:cNvPr id="33" name="Text 30"/>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1B1C19"/>
                </a:solidFill>
                <a:latin typeface="Barlow Semi Condensed" pitchFamily="34" charset="0"/>
                <a:ea typeface="Barlow Semi Condensed" pitchFamily="34" charset="-122"/>
                <a:cs typeface="Barlow Semi Condensed" pitchFamily="34" charset="-120"/>
              </a:rPr>
              <a:t>CONFIDENTIAL        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E8E4DA"/>
        </a:solidFill>
        <a:effectLst/>
      </p:bgPr>
    </p:bg>
    <p:spTree>
      <p:nvGrpSpPr>
        <p:cNvPr id="1" name=""/>
        <p:cNvGrpSpPr/>
        <p:nvPr/>
      </p:nvGrpSpPr>
      <p:grpSpPr>
        <a:xfrm>
          <a:off x="0" y="0"/>
          <a:ext cx="0" cy="0"/>
          <a:chOff x="0" y="0"/>
          <a:chExt cx="0" cy="0"/>
        </a:xfrm>
      </p:grpSpPr>
      <p:sp>
        <p:nvSpPr>
          <p:cNvPr id="2" name="Text 0"/>
          <p:cNvSpPr/>
          <p:nvPr/>
        </p:nvSpPr>
        <p:spPr>
          <a:xfrm>
            <a:off x="670560" y="463296"/>
            <a:ext cx="10850880" cy="512064"/>
          </a:xfrm>
          <a:prstGeom prst="rect">
            <a:avLst/>
          </a:prstGeom>
          <a:noFill/>
          <a:ln/>
        </p:spPr>
        <p:txBody>
          <a:bodyPr wrap="square" lIns="0" tIns="0" rIns="0" bIns="0" rtlCol="0" anchor="ctr">
            <a:normAutofit fontScale="92500"/>
          </a:bodyPr>
          <a:lstStyle/>
          <a:p>
            <a:pPr marL="0" indent="0">
              <a:buNone/>
            </a:pPr>
            <a:r>
              <a:rPr lang="en-US" sz="3600" b="1" dirty="0">
                <a:solidFill>
                  <a:srgbClr val="1B1C19"/>
                </a:solidFill>
                <a:latin typeface="Barlow Semi Condensed" pitchFamily="34" charset="0"/>
                <a:ea typeface="Barlow Semi Condensed" pitchFamily="34" charset="-122"/>
                <a:cs typeface="Barlow Semi Condensed" pitchFamily="34" charset="-120"/>
              </a:rPr>
              <a:t>The sprint ends with a clear next step, not a perfect solution.</a:t>
            </a:r>
            <a:endParaRPr lang="en-US" sz="2700" dirty="0"/>
          </a:p>
        </p:txBody>
      </p:sp>
      <p:sp>
        <p:nvSpPr>
          <p:cNvPr id="3" name="Text 1"/>
          <p:cNvSpPr/>
          <p:nvPr/>
        </p:nvSpPr>
        <p:spPr>
          <a:xfrm>
            <a:off x="792480" y="999744"/>
            <a:ext cx="4023360" cy="268224"/>
          </a:xfrm>
          <a:prstGeom prst="rect">
            <a:avLst/>
          </a:prstGeom>
          <a:noFill/>
          <a:ln/>
        </p:spPr>
        <p:txBody>
          <a:bodyPr wrap="square" lIns="508" tIns="508" rIns="508" bIns="508" rtlCol="0" anchor="ctr">
            <a:normAutofit/>
          </a:bodyPr>
          <a:lstStyle/>
          <a:p>
            <a:pPr marL="0" indent="0" algn="l">
              <a:buNone/>
            </a:pPr>
            <a:r>
              <a:rPr lang="en-US" sz="1466" b="1" dirty="0">
                <a:solidFill>
                  <a:srgbClr val="81817F"/>
                </a:solidFill>
                <a:latin typeface="Barlow Semi Condensed" pitchFamily="34" charset="0"/>
                <a:ea typeface="Barlow Semi Condensed" pitchFamily="34" charset="-122"/>
                <a:cs typeface="Barlow Semi Condensed" pitchFamily="34" charset="-120"/>
              </a:rPr>
              <a:t>Workflow Improvement Canvas</a:t>
            </a:r>
            <a:endParaRPr lang="en-US" sz="1100" dirty="0"/>
          </a:p>
        </p:txBody>
      </p:sp>
      <p:sp>
        <p:nvSpPr>
          <p:cNvPr id="4" name="Shape 2"/>
          <p:cNvSpPr/>
          <p:nvPr/>
        </p:nvSpPr>
        <p:spPr>
          <a:xfrm>
            <a:off x="792480" y="1280160"/>
            <a:ext cx="268224" cy="268224"/>
          </a:xfrm>
          <a:prstGeom prst="ellipse">
            <a:avLst/>
          </a:prstGeom>
          <a:solidFill>
            <a:srgbClr val="1B1C19"/>
          </a:solidFill>
          <a:ln w="20320">
            <a:solidFill>
              <a:srgbClr val="1B1C19"/>
            </a:solidFill>
            <a:prstDash val="solid"/>
          </a:ln>
        </p:spPr>
        <p:txBody>
          <a:bodyPr/>
          <a:lstStyle/>
          <a:p>
            <a:endParaRPr/>
          </a:p>
        </p:txBody>
      </p:sp>
      <p:sp>
        <p:nvSpPr>
          <p:cNvPr id="5" name="Text 3"/>
          <p:cNvSpPr/>
          <p:nvPr/>
        </p:nvSpPr>
        <p:spPr>
          <a:xfrm>
            <a:off x="824179" y="1292352"/>
            <a:ext cx="207264" cy="182880"/>
          </a:xfrm>
          <a:prstGeom prst="rect">
            <a:avLst/>
          </a:prstGeom>
          <a:noFill/>
          <a:ln/>
        </p:spPr>
        <p:txBody>
          <a:bodyPr wrap="square" lIns="508" tIns="508" rIns="508" bIns="508" rtlCol="0" anchor="ctr">
            <a:normAutofit/>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a:t>
            </a:r>
            <a:endParaRPr lang="en-US" sz="800" dirty="0"/>
          </a:p>
        </p:txBody>
      </p:sp>
      <p:sp>
        <p:nvSpPr>
          <p:cNvPr id="6" name="Shape 4"/>
          <p:cNvSpPr/>
          <p:nvPr/>
        </p:nvSpPr>
        <p:spPr>
          <a:xfrm>
            <a:off x="1097280" y="1414272"/>
            <a:ext cx="1719072" cy="0"/>
          </a:xfrm>
          <a:prstGeom prst="line">
            <a:avLst/>
          </a:prstGeom>
          <a:noFill/>
          <a:ln w="18627">
            <a:solidFill>
              <a:srgbClr val="BBC4C9"/>
            </a:solidFill>
            <a:prstDash val="solid"/>
            <a:headEnd type="none"/>
            <a:tailEnd type="triangle"/>
          </a:ln>
        </p:spPr>
        <p:txBody>
          <a:bodyPr/>
          <a:lstStyle/>
          <a:p>
            <a:endParaRPr/>
          </a:p>
        </p:txBody>
      </p:sp>
      <p:sp>
        <p:nvSpPr>
          <p:cNvPr id="7" name="Text 5"/>
          <p:cNvSpPr/>
          <p:nvPr/>
        </p:nvSpPr>
        <p:spPr>
          <a:xfrm>
            <a:off x="4267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Understand</a:t>
            </a:r>
            <a:endParaRPr lang="en-US" sz="950" dirty="0"/>
          </a:p>
        </p:txBody>
      </p:sp>
      <p:sp>
        <p:nvSpPr>
          <p:cNvPr id="8" name="Shape 6"/>
          <p:cNvSpPr/>
          <p:nvPr/>
        </p:nvSpPr>
        <p:spPr>
          <a:xfrm>
            <a:off x="2926080" y="1280160"/>
            <a:ext cx="268224" cy="268224"/>
          </a:xfrm>
          <a:prstGeom prst="ellipse">
            <a:avLst/>
          </a:prstGeom>
          <a:solidFill>
            <a:srgbClr val="1B1C19"/>
          </a:solidFill>
          <a:ln w="20320">
            <a:solidFill>
              <a:srgbClr val="1B1C19"/>
            </a:solidFill>
            <a:prstDash val="solid"/>
          </a:ln>
        </p:spPr>
        <p:txBody>
          <a:bodyPr/>
          <a:lstStyle/>
          <a:p>
            <a:endParaRPr/>
          </a:p>
        </p:txBody>
      </p:sp>
      <p:sp>
        <p:nvSpPr>
          <p:cNvPr id="9" name="Text 7"/>
          <p:cNvSpPr/>
          <p:nvPr/>
        </p:nvSpPr>
        <p:spPr>
          <a:xfrm>
            <a:off x="2957779" y="1292352"/>
            <a:ext cx="207264" cy="182880"/>
          </a:xfrm>
          <a:prstGeom prst="rect">
            <a:avLst/>
          </a:prstGeom>
          <a:noFill/>
          <a:ln/>
        </p:spPr>
        <p:txBody>
          <a:bodyPr wrap="square" lIns="508" tIns="508" rIns="508" bIns="508" rtlCol="0" anchor="ctr">
            <a:normAutofit/>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a:t>
            </a:r>
            <a:endParaRPr lang="en-US" sz="800" dirty="0"/>
          </a:p>
        </p:txBody>
      </p:sp>
      <p:sp>
        <p:nvSpPr>
          <p:cNvPr id="10" name="Shape 8"/>
          <p:cNvSpPr/>
          <p:nvPr/>
        </p:nvSpPr>
        <p:spPr>
          <a:xfrm>
            <a:off x="32308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1" name="Text 9"/>
          <p:cNvSpPr/>
          <p:nvPr/>
        </p:nvSpPr>
        <p:spPr>
          <a:xfrm>
            <a:off x="25603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Spot</a:t>
            </a:r>
            <a:endParaRPr lang="en-US" sz="950" dirty="0"/>
          </a:p>
        </p:txBody>
      </p:sp>
      <p:sp>
        <p:nvSpPr>
          <p:cNvPr id="12" name="Shape 10"/>
          <p:cNvSpPr/>
          <p:nvPr/>
        </p:nvSpPr>
        <p:spPr>
          <a:xfrm>
            <a:off x="5059680" y="1280160"/>
            <a:ext cx="268224" cy="268224"/>
          </a:xfrm>
          <a:prstGeom prst="ellipse">
            <a:avLst/>
          </a:prstGeom>
          <a:solidFill>
            <a:srgbClr val="1B1C19"/>
          </a:solidFill>
          <a:ln w="20320">
            <a:solidFill>
              <a:srgbClr val="1B1C19"/>
            </a:solidFill>
            <a:prstDash val="solid"/>
          </a:ln>
        </p:spPr>
        <p:txBody>
          <a:bodyPr/>
          <a:lstStyle/>
          <a:p>
            <a:endParaRPr/>
          </a:p>
        </p:txBody>
      </p:sp>
      <p:sp>
        <p:nvSpPr>
          <p:cNvPr id="13" name="Text 11"/>
          <p:cNvSpPr/>
          <p:nvPr/>
        </p:nvSpPr>
        <p:spPr>
          <a:xfrm>
            <a:off x="5091379" y="1292352"/>
            <a:ext cx="207264" cy="182880"/>
          </a:xfrm>
          <a:prstGeom prst="rect">
            <a:avLst/>
          </a:prstGeom>
          <a:noFill/>
          <a:ln/>
        </p:spPr>
        <p:txBody>
          <a:bodyPr wrap="square" lIns="508" tIns="508" rIns="508" bIns="508" rtlCol="0" anchor="ctr">
            <a:normAutofit/>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a:t>
            </a:r>
            <a:endParaRPr lang="en-US" sz="800" dirty="0"/>
          </a:p>
        </p:txBody>
      </p:sp>
      <p:sp>
        <p:nvSpPr>
          <p:cNvPr id="14" name="Shape 12"/>
          <p:cNvSpPr/>
          <p:nvPr/>
        </p:nvSpPr>
        <p:spPr>
          <a:xfrm>
            <a:off x="53644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5" name="Text 13"/>
          <p:cNvSpPr/>
          <p:nvPr/>
        </p:nvSpPr>
        <p:spPr>
          <a:xfrm>
            <a:off x="46939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Choose</a:t>
            </a:r>
            <a:endParaRPr lang="en-US" sz="950" dirty="0"/>
          </a:p>
        </p:txBody>
      </p:sp>
      <p:sp>
        <p:nvSpPr>
          <p:cNvPr id="16" name="Shape 14"/>
          <p:cNvSpPr/>
          <p:nvPr/>
        </p:nvSpPr>
        <p:spPr>
          <a:xfrm>
            <a:off x="7193280" y="1280160"/>
            <a:ext cx="268224" cy="268224"/>
          </a:xfrm>
          <a:prstGeom prst="ellipse">
            <a:avLst/>
          </a:prstGeom>
          <a:solidFill>
            <a:srgbClr val="1B1C19"/>
          </a:solidFill>
          <a:ln w="20320">
            <a:solidFill>
              <a:srgbClr val="1B1C19"/>
            </a:solidFill>
            <a:prstDash val="solid"/>
          </a:ln>
        </p:spPr>
        <p:txBody>
          <a:bodyPr/>
          <a:lstStyle/>
          <a:p>
            <a:endParaRPr/>
          </a:p>
        </p:txBody>
      </p:sp>
      <p:sp>
        <p:nvSpPr>
          <p:cNvPr id="17" name="Text 15"/>
          <p:cNvSpPr/>
          <p:nvPr/>
        </p:nvSpPr>
        <p:spPr>
          <a:xfrm>
            <a:off x="7224979" y="1292352"/>
            <a:ext cx="207264" cy="182880"/>
          </a:xfrm>
          <a:prstGeom prst="rect">
            <a:avLst/>
          </a:prstGeom>
          <a:noFill/>
          <a:ln/>
        </p:spPr>
        <p:txBody>
          <a:bodyPr wrap="square" lIns="508" tIns="508" rIns="508" bIns="508" rtlCol="0" anchor="ctr">
            <a:normAutofit/>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a:t>
            </a:r>
            <a:endParaRPr lang="en-US" sz="800" dirty="0"/>
          </a:p>
        </p:txBody>
      </p:sp>
      <p:sp>
        <p:nvSpPr>
          <p:cNvPr id="18" name="Shape 16"/>
          <p:cNvSpPr/>
          <p:nvPr/>
        </p:nvSpPr>
        <p:spPr>
          <a:xfrm>
            <a:off x="7498080" y="1414272"/>
            <a:ext cx="1719072" cy="0"/>
          </a:xfrm>
          <a:prstGeom prst="line">
            <a:avLst/>
          </a:prstGeom>
          <a:noFill/>
          <a:ln w="18627">
            <a:solidFill>
              <a:srgbClr val="BBC4C9"/>
            </a:solidFill>
            <a:prstDash val="solid"/>
            <a:headEnd type="none"/>
            <a:tailEnd type="triangle"/>
          </a:ln>
        </p:spPr>
        <p:txBody>
          <a:bodyPr/>
          <a:lstStyle/>
          <a:p>
            <a:endParaRPr/>
          </a:p>
        </p:txBody>
      </p:sp>
      <p:sp>
        <p:nvSpPr>
          <p:cNvPr id="19" name="Text 17"/>
          <p:cNvSpPr/>
          <p:nvPr/>
        </p:nvSpPr>
        <p:spPr>
          <a:xfrm>
            <a:off x="6827520" y="1609344"/>
            <a:ext cx="999744" cy="243840"/>
          </a:xfrm>
          <a:prstGeom prst="rect">
            <a:avLst/>
          </a:prstGeom>
          <a:noFill/>
          <a:ln/>
        </p:spPr>
        <p:txBody>
          <a:bodyPr wrap="square" lIns="508" tIns="508" rIns="508" bIns="508" rtlCol="0" anchor="ctr">
            <a:normAutofit/>
          </a:bodyPr>
          <a:lstStyle/>
          <a:p>
            <a:pPr marL="0" indent="0" algn="ctr">
              <a:buNone/>
            </a:pPr>
            <a:r>
              <a:rPr lang="en-US" sz="1266" dirty="0">
                <a:solidFill>
                  <a:srgbClr val="81817F"/>
                </a:solidFill>
                <a:latin typeface="Barlow Semi Condensed" pitchFamily="34" charset="0"/>
                <a:ea typeface="Barlow Semi Condensed" pitchFamily="34" charset="-122"/>
                <a:cs typeface="Barlow Semi Condensed" pitchFamily="34" charset="-120"/>
              </a:rPr>
              <a:t>Create</a:t>
            </a:r>
            <a:endParaRPr lang="en-US" sz="950" dirty="0"/>
          </a:p>
        </p:txBody>
      </p:sp>
      <p:sp>
        <p:nvSpPr>
          <p:cNvPr id="20" name="Shape 18"/>
          <p:cNvSpPr/>
          <p:nvPr/>
        </p:nvSpPr>
        <p:spPr>
          <a:xfrm>
            <a:off x="9326880" y="1280160"/>
            <a:ext cx="268224" cy="268224"/>
          </a:xfrm>
          <a:prstGeom prst="ellipse">
            <a:avLst/>
          </a:prstGeom>
          <a:solidFill>
            <a:srgbClr val="03A7A4"/>
          </a:solidFill>
          <a:ln w="20320">
            <a:solidFill>
              <a:srgbClr val="03A7A4"/>
            </a:solidFill>
            <a:prstDash val="solid"/>
          </a:ln>
        </p:spPr>
        <p:txBody>
          <a:bodyPr/>
          <a:lstStyle/>
          <a:p>
            <a:endParaRPr/>
          </a:p>
        </p:txBody>
      </p:sp>
      <p:sp>
        <p:nvSpPr>
          <p:cNvPr id="21" name="Text 19"/>
          <p:cNvSpPr/>
          <p:nvPr/>
        </p:nvSpPr>
        <p:spPr>
          <a:xfrm>
            <a:off x="8961120" y="1609344"/>
            <a:ext cx="999744" cy="243840"/>
          </a:xfrm>
          <a:prstGeom prst="rect">
            <a:avLst/>
          </a:prstGeom>
          <a:noFill/>
          <a:ln/>
        </p:spPr>
        <p:txBody>
          <a:bodyPr wrap="square" lIns="508" tIns="508" rIns="508" bIns="508" rtlCol="0" anchor="ctr">
            <a:normAutofit/>
          </a:bodyPr>
          <a:lstStyle/>
          <a:p>
            <a:pPr marL="0" indent="0" algn="ctr">
              <a:buNone/>
            </a:pPr>
            <a:r>
              <a:rPr lang="en-US" sz="1266" b="1" dirty="0">
                <a:solidFill>
                  <a:srgbClr val="03A7A4"/>
                </a:solidFill>
                <a:latin typeface="Barlow Semi Condensed" pitchFamily="34" charset="0"/>
                <a:ea typeface="Barlow Semi Condensed" pitchFamily="34" charset="-122"/>
                <a:cs typeface="Barlow Semi Condensed" pitchFamily="34" charset="-120"/>
              </a:rPr>
              <a:t>Commit</a:t>
            </a:r>
            <a:endParaRPr lang="en-US" sz="950" dirty="0"/>
          </a:p>
        </p:txBody>
      </p:sp>
      <p:sp>
        <p:nvSpPr>
          <p:cNvPr id="24" name="Text 21"/>
          <p:cNvSpPr/>
          <p:nvPr/>
        </p:nvSpPr>
        <p:spPr>
          <a:xfrm>
            <a:off x="10347019" y="3480816"/>
            <a:ext cx="1300330" cy="268224"/>
          </a:xfrm>
          <a:prstGeom prst="rect">
            <a:avLst/>
          </a:prstGeom>
          <a:noFill/>
          <a:ln/>
        </p:spPr>
        <p:txBody>
          <a:bodyPr wrap="square" lIns="508" tIns="508" rIns="508" bIns="508" rtlCol="0" anchor="ctr">
            <a:normAutofit/>
          </a:bodyPr>
          <a:lstStyle/>
          <a:p>
            <a:pPr marL="0" indent="0">
              <a:buNone/>
            </a:pPr>
            <a:r>
              <a:rPr lang="en-US" sz="1333" b="1" dirty="0">
                <a:solidFill>
                  <a:srgbClr val="81817F"/>
                </a:solidFill>
                <a:latin typeface="Barlow Semi Condensed" pitchFamily="34" charset="0"/>
                <a:ea typeface="Barlow Semi Condensed" pitchFamily="34" charset="-122"/>
                <a:cs typeface="Barlow Semi Condensed" pitchFamily="34" charset="-120"/>
              </a:rPr>
              <a:t>Canvas Section 5</a:t>
            </a:r>
            <a:endParaRPr lang="en-US" sz="1000" dirty="0"/>
          </a:p>
        </p:txBody>
      </p:sp>
      <p:sp>
        <p:nvSpPr>
          <p:cNvPr id="25" name="Text 22"/>
          <p:cNvSpPr/>
          <p:nvPr/>
        </p:nvSpPr>
        <p:spPr>
          <a:xfrm>
            <a:off x="792480" y="1980403"/>
            <a:ext cx="1280160" cy="292608"/>
          </a:xfrm>
          <a:prstGeom prst="rect">
            <a:avLst/>
          </a:prstGeom>
          <a:solidFill>
            <a:srgbClr val="1B1C19"/>
          </a:solidFill>
          <a:ln>
            <a:solidFill>
              <a:srgbClr val="1B1C19"/>
            </a:solidFill>
          </a:ln>
        </p:spPr>
        <p:txBody>
          <a:bodyPr wrap="square" lIns="381" tIns="381" rIns="381" bIns="381" rtlCol="0" anchor="ctr"/>
          <a:lstStyle/>
          <a:p>
            <a:pPr marL="0" indent="0" algn="ctr">
              <a:buNone/>
            </a:pPr>
            <a:r>
              <a:rPr lang="en-US" sz="1466" b="1" dirty="0">
                <a:solidFill>
                  <a:srgbClr val="FFFFFF"/>
                </a:solidFill>
                <a:latin typeface="Barlow Semi Condensed" pitchFamily="34" charset="0"/>
                <a:ea typeface="Barlow Semi Condensed" pitchFamily="34" charset="-122"/>
                <a:cs typeface="Barlow Semi Condensed" pitchFamily="34" charset="-120"/>
              </a:rPr>
              <a:t>5 MINUTES</a:t>
            </a:r>
            <a:endParaRPr lang="en-US" sz="1100" dirty="0"/>
          </a:p>
        </p:txBody>
      </p:sp>
      <p:sp>
        <p:nvSpPr>
          <p:cNvPr id="26" name="Text 23"/>
          <p:cNvSpPr/>
          <p:nvPr/>
        </p:nvSpPr>
        <p:spPr>
          <a:xfrm>
            <a:off x="792480" y="2377440"/>
            <a:ext cx="4145280" cy="243840"/>
          </a:xfrm>
          <a:prstGeom prst="rect">
            <a:avLst/>
          </a:prstGeom>
          <a:noFill/>
          <a:ln/>
        </p:spPr>
        <p:txBody>
          <a:bodyPr wrap="square" lIns="508" tIns="508" rIns="508" bIns="508" rtlCol="0" anchor="ctr">
            <a:normAutofit/>
          </a:bodyPr>
          <a:lstStyle/>
          <a:p>
            <a:pPr marL="0" indent="0" algn="l">
              <a:buNone/>
            </a:pPr>
            <a:r>
              <a:rPr lang="en-US" sz="1333" b="1" dirty="0">
                <a:solidFill>
                  <a:srgbClr val="03A7A4"/>
                </a:solidFill>
                <a:latin typeface="Barlow Semi Condensed" pitchFamily="34" charset="0"/>
                <a:ea typeface="Barlow Semi Condensed" pitchFamily="34" charset="-122"/>
                <a:cs typeface="Barlow Semi Condensed" pitchFamily="34" charset="-120"/>
              </a:rPr>
              <a:t>COMPLETE SECTION 5</a:t>
            </a:r>
            <a:endParaRPr lang="en-US" sz="1000" dirty="0"/>
          </a:p>
        </p:txBody>
      </p:sp>
      <p:sp>
        <p:nvSpPr>
          <p:cNvPr id="27" name="Shape 24"/>
          <p:cNvSpPr/>
          <p:nvPr/>
        </p:nvSpPr>
        <p:spPr>
          <a:xfrm>
            <a:off x="829056" y="2828544"/>
            <a:ext cx="268224" cy="268224"/>
          </a:xfrm>
          <a:prstGeom prst="ellipse">
            <a:avLst/>
          </a:prstGeom>
          <a:solidFill>
            <a:srgbClr val="03A7A4"/>
          </a:solidFill>
          <a:ln w="16933">
            <a:solidFill>
              <a:srgbClr val="03A7A4"/>
            </a:solidFill>
            <a:prstDash val="solid"/>
          </a:ln>
        </p:spPr>
        <p:txBody>
          <a:bodyPr/>
          <a:lstStyle/>
          <a:p>
            <a:endParaRPr/>
          </a:p>
        </p:txBody>
      </p:sp>
      <p:sp>
        <p:nvSpPr>
          <p:cNvPr id="28" name="Text 25"/>
          <p:cNvSpPr/>
          <p:nvPr/>
        </p:nvSpPr>
        <p:spPr>
          <a:xfrm>
            <a:off x="877824" y="2859024"/>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1</a:t>
            </a:r>
            <a:endParaRPr lang="en-US" sz="800" dirty="0"/>
          </a:p>
        </p:txBody>
      </p:sp>
      <p:sp>
        <p:nvSpPr>
          <p:cNvPr id="29" name="Text 26"/>
          <p:cNvSpPr/>
          <p:nvPr/>
        </p:nvSpPr>
        <p:spPr>
          <a:xfrm>
            <a:off x="1194816" y="2816352"/>
            <a:ext cx="5364480" cy="341376"/>
          </a:xfrm>
          <a:prstGeom prst="rect">
            <a:avLst/>
          </a:prstGeom>
          <a:noFill/>
          <a:ln/>
        </p:spPr>
        <p:txBody>
          <a:bodyPr wrap="square" lIns="508" tIns="508" rIns="508" bIns="508" rtlCol="0" anchor="ctr">
            <a:normAutofit/>
          </a:bodyPr>
          <a:lstStyle/>
          <a:p>
            <a:pPr marL="0" indent="0" algn="l">
              <a:buNone/>
            </a:pPr>
            <a:r>
              <a:rPr lang="en-US" sz="2133" dirty="0">
                <a:solidFill>
                  <a:srgbClr val="1B1C19"/>
                </a:solidFill>
                <a:latin typeface="Barlow Semi Condensed" pitchFamily="34" charset="0"/>
                <a:ea typeface="Barlow Semi Condensed" pitchFamily="34" charset="-122"/>
                <a:cs typeface="Barlow Semi Condensed" pitchFamily="34" charset="-120"/>
              </a:rPr>
              <a:t>Choose your next action</a:t>
            </a:r>
            <a:endParaRPr lang="en-US" sz="1600" dirty="0"/>
          </a:p>
        </p:txBody>
      </p:sp>
      <p:sp>
        <p:nvSpPr>
          <p:cNvPr id="30" name="Shape 27"/>
          <p:cNvSpPr/>
          <p:nvPr/>
        </p:nvSpPr>
        <p:spPr>
          <a:xfrm>
            <a:off x="829056" y="3438144"/>
            <a:ext cx="268224" cy="268224"/>
          </a:xfrm>
          <a:prstGeom prst="ellipse">
            <a:avLst/>
          </a:prstGeom>
          <a:solidFill>
            <a:srgbClr val="03A7A4"/>
          </a:solidFill>
          <a:ln w="16933">
            <a:solidFill>
              <a:srgbClr val="03A7A4"/>
            </a:solidFill>
            <a:prstDash val="solid"/>
          </a:ln>
        </p:spPr>
        <p:txBody>
          <a:bodyPr/>
          <a:lstStyle/>
          <a:p>
            <a:endParaRPr/>
          </a:p>
        </p:txBody>
      </p:sp>
      <p:sp>
        <p:nvSpPr>
          <p:cNvPr id="31" name="Text 28"/>
          <p:cNvSpPr/>
          <p:nvPr/>
        </p:nvSpPr>
        <p:spPr>
          <a:xfrm>
            <a:off x="877824" y="3468624"/>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2</a:t>
            </a:r>
            <a:endParaRPr lang="en-US" sz="800" dirty="0"/>
          </a:p>
        </p:txBody>
      </p:sp>
      <p:sp>
        <p:nvSpPr>
          <p:cNvPr id="32" name="Text 29"/>
          <p:cNvSpPr/>
          <p:nvPr/>
        </p:nvSpPr>
        <p:spPr>
          <a:xfrm>
            <a:off x="1194816" y="3425952"/>
            <a:ext cx="5364480" cy="341376"/>
          </a:xfrm>
          <a:prstGeom prst="rect">
            <a:avLst/>
          </a:prstGeom>
          <a:noFill/>
          <a:ln/>
        </p:spPr>
        <p:txBody>
          <a:bodyPr wrap="square" lIns="508" tIns="508" rIns="508" bIns="508" rtlCol="0" anchor="ctr">
            <a:normAutofit/>
          </a:bodyPr>
          <a:lstStyle/>
          <a:p>
            <a:pPr marL="0" indent="0" algn="l">
              <a:buNone/>
            </a:pPr>
            <a:r>
              <a:rPr lang="en-US" sz="2133" dirty="0">
                <a:solidFill>
                  <a:srgbClr val="1B1C19"/>
                </a:solidFill>
                <a:latin typeface="Barlow Semi Condensed" pitchFamily="34" charset="0"/>
                <a:ea typeface="Barlow Semi Condensed" pitchFamily="34" charset="-122"/>
                <a:cs typeface="Barlow Semi Condensed" pitchFamily="34" charset="-120"/>
              </a:rPr>
              <a:t>Put a date on it</a:t>
            </a:r>
            <a:endParaRPr lang="en-US" sz="1600" dirty="0"/>
          </a:p>
        </p:txBody>
      </p:sp>
      <p:sp>
        <p:nvSpPr>
          <p:cNvPr id="33" name="Shape 30"/>
          <p:cNvSpPr/>
          <p:nvPr/>
        </p:nvSpPr>
        <p:spPr>
          <a:xfrm>
            <a:off x="829056" y="4047744"/>
            <a:ext cx="268224" cy="268224"/>
          </a:xfrm>
          <a:prstGeom prst="ellipse">
            <a:avLst/>
          </a:prstGeom>
          <a:solidFill>
            <a:srgbClr val="03A7A4"/>
          </a:solidFill>
          <a:ln w="16933">
            <a:solidFill>
              <a:srgbClr val="03A7A4"/>
            </a:solidFill>
            <a:prstDash val="solid"/>
          </a:ln>
        </p:spPr>
        <p:txBody>
          <a:bodyPr/>
          <a:lstStyle/>
          <a:p>
            <a:endParaRPr/>
          </a:p>
        </p:txBody>
      </p:sp>
      <p:sp>
        <p:nvSpPr>
          <p:cNvPr id="34" name="Text 31"/>
          <p:cNvSpPr/>
          <p:nvPr/>
        </p:nvSpPr>
        <p:spPr>
          <a:xfrm>
            <a:off x="877824" y="4078224"/>
            <a:ext cx="170688" cy="146304"/>
          </a:xfrm>
          <a:prstGeom prst="rect">
            <a:avLst/>
          </a:prstGeom>
          <a:noFill/>
          <a:ln/>
        </p:spPr>
        <p:txBody>
          <a:bodyPr wrap="square" lIns="508" tIns="508" rIns="508" bIns="508" rtlCol="0" anchor="ctr">
            <a:normAutofit fontScale="92500" lnSpcReduction="10000"/>
          </a:bodyPr>
          <a:lstStyle/>
          <a:p>
            <a:pPr marL="0" indent="0" algn="ctr">
              <a:buNone/>
            </a:pPr>
            <a:r>
              <a:rPr lang="en-US" sz="1066" b="1" dirty="0">
                <a:solidFill>
                  <a:srgbClr val="FFFFFF"/>
                </a:solidFill>
                <a:latin typeface="Barlow Semi Condensed" pitchFamily="34" charset="0"/>
                <a:ea typeface="Barlow Semi Condensed" pitchFamily="34" charset="-122"/>
                <a:cs typeface="Barlow Semi Condensed" pitchFamily="34" charset="-120"/>
              </a:rPr>
              <a:t>3</a:t>
            </a:r>
            <a:endParaRPr lang="en-US" sz="800" dirty="0"/>
          </a:p>
        </p:txBody>
      </p:sp>
      <p:sp>
        <p:nvSpPr>
          <p:cNvPr id="35" name="Text 32"/>
          <p:cNvSpPr/>
          <p:nvPr/>
        </p:nvSpPr>
        <p:spPr>
          <a:xfrm>
            <a:off x="1194816" y="4035552"/>
            <a:ext cx="5364480" cy="341376"/>
          </a:xfrm>
          <a:prstGeom prst="rect">
            <a:avLst/>
          </a:prstGeom>
          <a:noFill/>
          <a:ln/>
        </p:spPr>
        <p:txBody>
          <a:bodyPr wrap="square" lIns="508" tIns="508" rIns="508" bIns="508" rtlCol="0" anchor="ctr">
            <a:normAutofit/>
          </a:bodyPr>
          <a:lstStyle/>
          <a:p>
            <a:pPr marL="0" indent="0" algn="l">
              <a:buNone/>
            </a:pPr>
            <a:r>
              <a:rPr lang="en-US" sz="2133" dirty="0">
                <a:solidFill>
                  <a:srgbClr val="1B1C19"/>
                </a:solidFill>
                <a:latin typeface="Barlow Semi Condensed" pitchFamily="34" charset="0"/>
                <a:ea typeface="Barlow Semi Condensed" pitchFamily="34" charset="-122"/>
                <a:cs typeface="Barlow Semi Condensed" pitchFamily="34" charset="-120"/>
              </a:rPr>
              <a:t>Define the improvement you hope to see</a:t>
            </a:r>
            <a:endParaRPr lang="en-US" sz="1600" dirty="0"/>
          </a:p>
        </p:txBody>
      </p:sp>
      <p:sp>
        <p:nvSpPr>
          <p:cNvPr id="36" name="Text 33"/>
          <p:cNvSpPr/>
          <p:nvPr/>
        </p:nvSpPr>
        <p:spPr>
          <a:xfrm>
            <a:off x="1194816" y="4779264"/>
            <a:ext cx="5364480" cy="304800"/>
          </a:xfrm>
          <a:prstGeom prst="rect">
            <a:avLst/>
          </a:prstGeom>
          <a:noFill/>
          <a:ln/>
        </p:spPr>
        <p:txBody>
          <a:bodyPr wrap="square" lIns="508" tIns="508" rIns="508" bIns="508" rtlCol="0" anchor="ctr">
            <a:normAutofit/>
          </a:bodyPr>
          <a:lstStyle/>
          <a:p>
            <a:pPr marL="0" indent="0" algn="l">
              <a:buNone/>
            </a:pPr>
            <a:r>
              <a:rPr lang="en-US" sz="1866" b="1" dirty="0">
                <a:solidFill>
                  <a:srgbClr val="81817F"/>
                </a:solidFill>
                <a:latin typeface="Barlow Semi Condensed" pitchFamily="34" charset="0"/>
                <a:ea typeface="Barlow Semi Condensed" pitchFamily="34" charset="-122"/>
                <a:cs typeface="Barlow Semi Condensed" pitchFamily="34" charset="-120"/>
              </a:rPr>
              <a:t>Examples: use it · finish it · test it · share it</a:t>
            </a:r>
            <a:endParaRPr lang="en-US" sz="1400" dirty="0"/>
          </a:p>
        </p:txBody>
      </p:sp>
      <p:sp>
        <p:nvSpPr>
          <p:cNvPr id="37" name="Shape 34"/>
          <p:cNvSpPr/>
          <p:nvPr/>
        </p:nvSpPr>
        <p:spPr>
          <a:xfrm>
            <a:off x="792480" y="5657087"/>
            <a:ext cx="10363200" cy="512064"/>
          </a:xfrm>
          <a:prstGeom prst="roundRect">
            <a:avLst>
              <a:gd name="adj" fmla="val 14286"/>
            </a:avLst>
          </a:prstGeom>
          <a:solidFill>
            <a:schemeClr val="tx1"/>
          </a:solidFill>
          <a:ln w="16933">
            <a:solidFill>
              <a:srgbClr val="F9FF0D">
                <a:alpha val="0"/>
              </a:srgbClr>
            </a:solidFill>
            <a:prstDash val="solid"/>
          </a:ln>
        </p:spPr>
        <p:txBody>
          <a:bodyPr/>
          <a:lstStyle/>
          <a:p>
            <a:endParaRPr>
              <a:solidFill>
                <a:srgbClr val="FFFF00"/>
              </a:solidFill>
            </a:endParaRPr>
          </a:p>
        </p:txBody>
      </p:sp>
      <p:sp>
        <p:nvSpPr>
          <p:cNvPr id="38" name="Text 35"/>
          <p:cNvSpPr/>
          <p:nvPr/>
        </p:nvSpPr>
        <p:spPr>
          <a:xfrm>
            <a:off x="987552" y="5795440"/>
            <a:ext cx="9973056" cy="219456"/>
          </a:xfrm>
          <a:prstGeom prst="rect">
            <a:avLst/>
          </a:prstGeom>
          <a:noFill/>
          <a:ln/>
        </p:spPr>
        <p:txBody>
          <a:bodyPr wrap="square" lIns="508" tIns="508" rIns="508" bIns="508" rtlCol="0" anchor="ctr">
            <a:normAutofit fontScale="92500" lnSpcReduction="20000"/>
          </a:bodyPr>
          <a:lstStyle/>
          <a:p>
            <a:pPr marL="0" indent="0" algn="ctr">
              <a:buNone/>
            </a:pPr>
            <a:r>
              <a:rPr b="1" dirty="0">
                <a:solidFill>
                  <a:srgbClr val="FFFF00"/>
                </a:solidFill>
              </a:rPr>
              <a:t>What to do now: Complete Section 5 independently. Write a concrete next step, date, and expected improvement.</a:t>
            </a:r>
            <a:endParaRPr lang="en-US" sz="1500" b="1" dirty="0">
              <a:solidFill>
                <a:srgbClr val="FFFF00"/>
              </a:solidFill>
            </a:endParaRPr>
          </a:p>
        </p:txBody>
      </p:sp>
      <p:pic>
        <p:nvPicPr>
          <p:cNvPr id="39" name="Image 1" descr="/home/oai/skills/fabletics-deck/assets/logos/F-Icon-Dark.png"/>
          <p:cNvPicPr>
            <a:picLocks noChangeAspect="1"/>
          </p:cNvPicPr>
          <p:nvPr/>
        </p:nvPicPr>
        <p:blipFill>
          <a:blip r:embed="rId3"/>
          <a:stretch>
            <a:fillRect/>
          </a:stretch>
        </p:blipFill>
        <p:spPr>
          <a:xfrm>
            <a:off x="426720" y="6278880"/>
            <a:ext cx="341376" cy="304800"/>
          </a:xfrm>
          <a:prstGeom prst="rect">
            <a:avLst/>
          </a:prstGeom>
        </p:spPr>
      </p:pic>
      <p:sp>
        <p:nvSpPr>
          <p:cNvPr id="40" name="Text 36"/>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1B1C19"/>
                </a:solidFill>
                <a:latin typeface="Barlow Semi Condensed" pitchFamily="34" charset="0"/>
                <a:ea typeface="Barlow Semi Condensed" pitchFamily="34" charset="-122"/>
                <a:cs typeface="Barlow Semi Condensed" pitchFamily="34" charset="-120"/>
              </a:rPr>
              <a:t>CONFIDENTIAL        10</a:t>
            </a:r>
            <a:endParaRPr lang="en-US" sz="800" dirty="0"/>
          </a:p>
        </p:txBody>
      </p:sp>
      <p:pic>
        <p:nvPicPr>
          <p:cNvPr id="42" name="Picture 41">
            <a:extLst>
              <a:ext uri="{FF2B5EF4-FFF2-40B4-BE49-F238E27FC236}">
                <a16:creationId xmlns:a16="http://schemas.microsoft.com/office/drawing/2014/main" id="{0443E3DE-4E9C-F6D2-F6D3-903F25C33939}"/>
              </a:ext>
            </a:extLst>
          </p:cNvPr>
          <p:cNvPicPr>
            <a:picLocks noChangeAspect="1"/>
          </p:cNvPicPr>
          <p:nvPr/>
        </p:nvPicPr>
        <p:blipFill>
          <a:blip r:embed="rId4"/>
          <a:stretch>
            <a:fillRect/>
          </a:stretch>
        </p:blipFill>
        <p:spPr>
          <a:xfrm>
            <a:off x="7700281" y="1894458"/>
            <a:ext cx="2521677" cy="364732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B1C19"/>
        </a:solidFill>
        <a:effectLst/>
      </p:bgPr>
    </p:bg>
    <p:spTree>
      <p:nvGrpSpPr>
        <p:cNvPr id="1" name=""/>
        <p:cNvGrpSpPr/>
        <p:nvPr/>
      </p:nvGrpSpPr>
      <p:grpSpPr>
        <a:xfrm>
          <a:off x="0" y="0"/>
          <a:ext cx="0" cy="0"/>
          <a:chOff x="0" y="0"/>
          <a:chExt cx="0" cy="0"/>
        </a:xfrm>
      </p:grpSpPr>
      <p:sp>
        <p:nvSpPr>
          <p:cNvPr id="2" name="Text 0"/>
          <p:cNvSpPr/>
          <p:nvPr/>
        </p:nvSpPr>
        <p:spPr>
          <a:xfrm>
            <a:off x="670560" y="512064"/>
            <a:ext cx="10850880" cy="512064"/>
          </a:xfrm>
          <a:prstGeom prst="rect">
            <a:avLst/>
          </a:prstGeom>
          <a:noFill/>
          <a:ln/>
        </p:spPr>
        <p:txBody>
          <a:bodyPr wrap="square" lIns="0" tIns="0" rIns="0" bIns="0" rtlCol="0" anchor="ctr">
            <a:normAutofit fontScale="92500" lnSpcReduction="20000"/>
          </a:bodyPr>
          <a:lstStyle/>
          <a:p>
            <a:pPr marL="0" indent="0">
              <a:buNone/>
            </a:pPr>
            <a:r>
              <a:rPr lang="en-US" sz="4133" b="1" dirty="0">
                <a:solidFill>
                  <a:srgbClr val="FFFFFF"/>
                </a:solidFill>
                <a:latin typeface="Barlow Semi Condensed" pitchFamily="34" charset="0"/>
                <a:ea typeface="Barlow Semi Condensed" pitchFamily="34" charset="-122"/>
                <a:cs typeface="Barlow Semi Condensed" pitchFamily="34" charset="-120"/>
              </a:rPr>
              <a:t>Great work improves one workflow at a time.</a:t>
            </a:r>
            <a:endParaRPr lang="en-US" sz="3100" dirty="0"/>
          </a:p>
        </p:txBody>
      </p:sp>
      <p:sp>
        <p:nvSpPr>
          <p:cNvPr id="3" name="Text 1"/>
          <p:cNvSpPr/>
          <p:nvPr/>
        </p:nvSpPr>
        <p:spPr>
          <a:xfrm>
            <a:off x="670560" y="1194816"/>
            <a:ext cx="10850880" cy="426720"/>
          </a:xfrm>
          <a:prstGeom prst="rect">
            <a:avLst/>
          </a:prstGeom>
          <a:noFill/>
          <a:ln/>
        </p:spPr>
        <p:txBody>
          <a:bodyPr wrap="square" lIns="0" tIns="0" rIns="0" bIns="0" rtlCol="0" anchor="ctr">
            <a:normAutofit/>
          </a:bodyPr>
          <a:lstStyle/>
          <a:p>
            <a:pPr marL="0" indent="0">
              <a:buNone/>
            </a:pPr>
            <a:r>
              <a:rPr lang="en-US" sz="2133" dirty="0">
                <a:solidFill>
                  <a:srgbClr val="BBC4C9"/>
                </a:solidFill>
                <a:latin typeface="Barlow Semi Condensed" pitchFamily="34" charset="0"/>
                <a:ea typeface="Barlow Semi Condensed" pitchFamily="34" charset="-122"/>
                <a:cs typeface="Barlow Semi Condensed" pitchFamily="34" charset="-120"/>
              </a:rPr>
              <a:t>Every solution gets better through use.</a:t>
            </a:r>
            <a:endParaRPr lang="en-US" sz="1600" dirty="0"/>
          </a:p>
        </p:txBody>
      </p:sp>
      <p:sp>
        <p:nvSpPr>
          <p:cNvPr id="4" name="Shape 2"/>
          <p:cNvSpPr/>
          <p:nvPr/>
        </p:nvSpPr>
        <p:spPr>
          <a:xfrm>
            <a:off x="7242048" y="2560320"/>
            <a:ext cx="146304" cy="316992"/>
          </a:xfrm>
          <a:prstGeom prst="line">
            <a:avLst/>
          </a:prstGeom>
          <a:noFill/>
          <a:ln w="30480">
            <a:solidFill>
              <a:srgbClr val="BBC4C9"/>
            </a:solidFill>
            <a:prstDash val="solid"/>
            <a:tailEnd type="triangle"/>
          </a:ln>
        </p:spPr>
        <p:txBody>
          <a:bodyPr/>
          <a:lstStyle/>
          <a:p>
            <a:endParaRPr/>
          </a:p>
        </p:txBody>
      </p:sp>
      <p:sp>
        <p:nvSpPr>
          <p:cNvPr id="5" name="Shape 3"/>
          <p:cNvSpPr/>
          <p:nvPr/>
        </p:nvSpPr>
        <p:spPr>
          <a:xfrm flipH="1">
            <a:off x="7242048" y="3779520"/>
            <a:ext cx="97536" cy="353568"/>
          </a:xfrm>
          <a:prstGeom prst="line">
            <a:avLst/>
          </a:prstGeom>
          <a:noFill/>
          <a:ln w="30480">
            <a:solidFill>
              <a:srgbClr val="BBC4C9"/>
            </a:solidFill>
            <a:prstDash val="solid"/>
            <a:tailEnd type="triangle"/>
          </a:ln>
        </p:spPr>
        <p:txBody>
          <a:bodyPr/>
          <a:lstStyle/>
          <a:p>
            <a:endParaRPr/>
          </a:p>
        </p:txBody>
      </p:sp>
      <p:sp>
        <p:nvSpPr>
          <p:cNvPr id="6" name="Shape 4"/>
          <p:cNvSpPr/>
          <p:nvPr/>
        </p:nvSpPr>
        <p:spPr>
          <a:xfrm>
            <a:off x="4949952" y="4120896"/>
            <a:ext cx="0" cy="0"/>
          </a:xfrm>
          <a:prstGeom prst="line">
            <a:avLst/>
          </a:prstGeom>
          <a:noFill/>
          <a:ln w="30480">
            <a:solidFill>
              <a:srgbClr val="BBC4C9"/>
            </a:solidFill>
            <a:prstDash val="solid"/>
            <a:tailEnd type="triangle"/>
          </a:ln>
        </p:spPr>
        <p:txBody>
          <a:bodyPr/>
          <a:lstStyle/>
          <a:p>
            <a:endParaRPr/>
          </a:p>
        </p:txBody>
      </p:sp>
      <p:sp>
        <p:nvSpPr>
          <p:cNvPr id="7" name="Shape 5"/>
          <p:cNvSpPr/>
          <p:nvPr/>
        </p:nvSpPr>
        <p:spPr>
          <a:xfrm flipV="1">
            <a:off x="4828032" y="2645664"/>
            <a:ext cx="170688" cy="280416"/>
          </a:xfrm>
          <a:prstGeom prst="line">
            <a:avLst/>
          </a:prstGeom>
          <a:noFill/>
          <a:ln w="30480">
            <a:solidFill>
              <a:srgbClr val="BBC4C9"/>
            </a:solidFill>
            <a:prstDash val="solid"/>
            <a:tailEnd type="triangle"/>
          </a:ln>
        </p:spPr>
        <p:txBody>
          <a:bodyPr/>
          <a:lstStyle/>
          <a:p>
            <a:endParaRPr/>
          </a:p>
        </p:txBody>
      </p:sp>
      <p:sp>
        <p:nvSpPr>
          <p:cNvPr id="8" name="Shape 6"/>
          <p:cNvSpPr/>
          <p:nvPr/>
        </p:nvSpPr>
        <p:spPr>
          <a:xfrm>
            <a:off x="4998720" y="1719072"/>
            <a:ext cx="2194560" cy="829056"/>
          </a:xfrm>
          <a:prstGeom prst="roundRect">
            <a:avLst>
              <a:gd name="adj" fmla="val 11765"/>
            </a:avLst>
          </a:prstGeom>
          <a:solidFill>
            <a:srgbClr val="03A7A4"/>
          </a:solidFill>
          <a:ln w="16933">
            <a:solidFill>
              <a:srgbClr val="03A7A4"/>
            </a:solidFill>
            <a:prstDash val="solid"/>
          </a:ln>
        </p:spPr>
        <p:txBody>
          <a:bodyPr/>
          <a:lstStyle/>
          <a:p>
            <a:endParaRPr/>
          </a:p>
        </p:txBody>
      </p:sp>
      <p:sp>
        <p:nvSpPr>
          <p:cNvPr id="9" name="Text 7"/>
          <p:cNvSpPr/>
          <p:nvPr/>
        </p:nvSpPr>
        <p:spPr>
          <a:xfrm>
            <a:off x="5120640" y="1853184"/>
            <a:ext cx="1950720" cy="219456"/>
          </a:xfrm>
          <a:prstGeom prst="rect">
            <a:avLst/>
          </a:prstGeom>
          <a:noFill/>
          <a:ln/>
        </p:spPr>
        <p:txBody>
          <a:bodyPr wrap="square" lIns="508" tIns="508" rIns="508" bIns="508" rtlCol="0" anchor="ctr">
            <a:normAutofit fontScale="92500" lnSpcReduction="20000"/>
          </a:bodyPr>
          <a:lstStyle/>
          <a:p>
            <a:pPr marL="0" indent="0" algn="ctr">
              <a:buNone/>
            </a:pPr>
            <a:r>
              <a:rPr lang="en-US" sz="1866" b="1" dirty="0">
                <a:solidFill>
                  <a:srgbClr val="FFFFFF"/>
                </a:solidFill>
                <a:latin typeface="Barlow Semi Condensed" pitchFamily="34" charset="0"/>
                <a:ea typeface="Barlow Semi Condensed" pitchFamily="34" charset="-122"/>
                <a:cs typeface="Barlow Semi Condensed" pitchFamily="34" charset="-120"/>
              </a:rPr>
              <a:t>Use it</a:t>
            </a:r>
            <a:endParaRPr lang="en-US" sz="1400" dirty="0"/>
          </a:p>
        </p:txBody>
      </p:sp>
      <p:sp>
        <p:nvSpPr>
          <p:cNvPr id="10" name="Text 8"/>
          <p:cNvSpPr/>
          <p:nvPr/>
        </p:nvSpPr>
        <p:spPr>
          <a:xfrm>
            <a:off x="5120640" y="2157984"/>
            <a:ext cx="1950720" cy="182880"/>
          </a:xfrm>
          <a:prstGeom prst="rect">
            <a:avLst/>
          </a:prstGeom>
          <a:noFill/>
          <a:ln/>
        </p:spPr>
        <p:txBody>
          <a:bodyPr wrap="square" lIns="508" tIns="508" rIns="508" bIns="508" rtlCol="0" anchor="ctr">
            <a:normAutofit lnSpcReduction="10000"/>
          </a:bodyPr>
          <a:lstStyle/>
          <a:p>
            <a:pPr marL="0" indent="0" algn="ctr">
              <a:buNone/>
            </a:pPr>
            <a:r>
              <a:rPr lang="en-US" sz="1266" dirty="0">
                <a:solidFill>
                  <a:srgbClr val="FFFFFF"/>
                </a:solidFill>
                <a:latin typeface="Barlow Semi Condensed" pitchFamily="34" charset="0"/>
                <a:ea typeface="Barlow Semi Condensed" pitchFamily="34" charset="-122"/>
                <a:cs typeface="Barlow Semi Condensed" pitchFamily="34" charset="-120"/>
              </a:rPr>
              <a:t>Try it with real work</a:t>
            </a:r>
            <a:endParaRPr lang="en-US" sz="950" dirty="0"/>
          </a:p>
        </p:txBody>
      </p:sp>
      <p:sp>
        <p:nvSpPr>
          <p:cNvPr id="11" name="Shape 9"/>
          <p:cNvSpPr/>
          <p:nvPr/>
        </p:nvSpPr>
        <p:spPr>
          <a:xfrm>
            <a:off x="7315200" y="2938272"/>
            <a:ext cx="2194560" cy="829056"/>
          </a:xfrm>
          <a:prstGeom prst="roundRect">
            <a:avLst>
              <a:gd name="adj" fmla="val 11765"/>
            </a:avLst>
          </a:prstGeom>
          <a:solidFill>
            <a:srgbClr val="6D8992"/>
          </a:solidFill>
          <a:ln w="16933">
            <a:solidFill>
              <a:srgbClr val="6D8992"/>
            </a:solidFill>
            <a:prstDash val="solid"/>
          </a:ln>
        </p:spPr>
        <p:txBody>
          <a:bodyPr/>
          <a:lstStyle/>
          <a:p>
            <a:endParaRPr/>
          </a:p>
        </p:txBody>
      </p:sp>
      <p:sp>
        <p:nvSpPr>
          <p:cNvPr id="12" name="Text 10"/>
          <p:cNvSpPr/>
          <p:nvPr/>
        </p:nvSpPr>
        <p:spPr>
          <a:xfrm>
            <a:off x="7437120" y="3072384"/>
            <a:ext cx="1950720" cy="219456"/>
          </a:xfrm>
          <a:prstGeom prst="rect">
            <a:avLst/>
          </a:prstGeom>
          <a:noFill/>
          <a:ln/>
        </p:spPr>
        <p:txBody>
          <a:bodyPr wrap="square" lIns="508" tIns="508" rIns="508" bIns="508" rtlCol="0" anchor="ctr">
            <a:normAutofit fontScale="92500" lnSpcReduction="20000"/>
          </a:bodyPr>
          <a:lstStyle/>
          <a:p>
            <a:pPr marL="0" indent="0" algn="ctr">
              <a:buNone/>
            </a:pPr>
            <a:r>
              <a:rPr lang="en-US" sz="1866" b="1" dirty="0">
                <a:solidFill>
                  <a:srgbClr val="FFFFFF"/>
                </a:solidFill>
                <a:latin typeface="Barlow Semi Condensed" pitchFamily="34" charset="0"/>
                <a:ea typeface="Barlow Semi Condensed" pitchFamily="34" charset="-122"/>
                <a:cs typeface="Barlow Semi Condensed" pitchFamily="34" charset="-120"/>
              </a:rPr>
              <a:t>Learn from it</a:t>
            </a:r>
            <a:endParaRPr lang="en-US" sz="1400" dirty="0"/>
          </a:p>
        </p:txBody>
      </p:sp>
      <p:sp>
        <p:nvSpPr>
          <p:cNvPr id="13" name="Text 11"/>
          <p:cNvSpPr/>
          <p:nvPr/>
        </p:nvSpPr>
        <p:spPr>
          <a:xfrm>
            <a:off x="7437120" y="3377184"/>
            <a:ext cx="1950720" cy="182880"/>
          </a:xfrm>
          <a:prstGeom prst="rect">
            <a:avLst/>
          </a:prstGeom>
          <a:noFill/>
          <a:ln/>
        </p:spPr>
        <p:txBody>
          <a:bodyPr wrap="square" lIns="508" tIns="508" rIns="508" bIns="508" rtlCol="0" anchor="ctr">
            <a:normAutofit lnSpcReduction="10000"/>
          </a:bodyPr>
          <a:lstStyle/>
          <a:p>
            <a:pPr marL="0" indent="0" algn="ctr">
              <a:buNone/>
            </a:pPr>
            <a:r>
              <a:rPr lang="en-US" sz="1266" dirty="0">
                <a:solidFill>
                  <a:srgbClr val="FFFFFF"/>
                </a:solidFill>
                <a:latin typeface="Barlow Semi Condensed" pitchFamily="34" charset="0"/>
                <a:ea typeface="Barlow Semi Condensed" pitchFamily="34" charset="-122"/>
                <a:cs typeface="Barlow Semi Condensed" pitchFamily="34" charset="-120"/>
              </a:rPr>
              <a:t>What worked? What did not?</a:t>
            </a:r>
            <a:endParaRPr lang="en-US" sz="950" dirty="0"/>
          </a:p>
        </p:txBody>
      </p:sp>
      <p:sp>
        <p:nvSpPr>
          <p:cNvPr id="14" name="Shape 12"/>
          <p:cNvSpPr/>
          <p:nvPr/>
        </p:nvSpPr>
        <p:spPr>
          <a:xfrm>
            <a:off x="4998720" y="4157472"/>
            <a:ext cx="2194560" cy="829056"/>
          </a:xfrm>
          <a:prstGeom prst="roundRect">
            <a:avLst>
              <a:gd name="adj" fmla="val 11765"/>
            </a:avLst>
          </a:prstGeom>
          <a:solidFill>
            <a:srgbClr val="4F5594"/>
          </a:solidFill>
          <a:ln w="16933">
            <a:solidFill>
              <a:srgbClr val="4F5594"/>
            </a:solidFill>
            <a:prstDash val="solid"/>
          </a:ln>
        </p:spPr>
        <p:txBody>
          <a:bodyPr/>
          <a:lstStyle/>
          <a:p>
            <a:endParaRPr/>
          </a:p>
        </p:txBody>
      </p:sp>
      <p:sp>
        <p:nvSpPr>
          <p:cNvPr id="15" name="Text 13"/>
          <p:cNvSpPr/>
          <p:nvPr/>
        </p:nvSpPr>
        <p:spPr>
          <a:xfrm>
            <a:off x="5120640" y="4291584"/>
            <a:ext cx="1950720" cy="219456"/>
          </a:xfrm>
          <a:prstGeom prst="rect">
            <a:avLst/>
          </a:prstGeom>
          <a:noFill/>
          <a:ln/>
        </p:spPr>
        <p:txBody>
          <a:bodyPr wrap="square" lIns="508" tIns="508" rIns="508" bIns="508" rtlCol="0" anchor="ctr">
            <a:normAutofit fontScale="92500" lnSpcReduction="20000"/>
          </a:bodyPr>
          <a:lstStyle/>
          <a:p>
            <a:pPr marL="0" indent="0" algn="ctr">
              <a:buNone/>
            </a:pPr>
            <a:r>
              <a:rPr lang="en-US" sz="1866" b="1" dirty="0">
                <a:solidFill>
                  <a:srgbClr val="FFFFFF"/>
                </a:solidFill>
                <a:latin typeface="Barlow Semi Condensed" pitchFamily="34" charset="0"/>
                <a:ea typeface="Barlow Semi Condensed" pitchFamily="34" charset="-122"/>
                <a:cs typeface="Barlow Semi Condensed" pitchFamily="34" charset="-120"/>
              </a:rPr>
              <a:t>Improve it</a:t>
            </a:r>
            <a:endParaRPr lang="en-US" sz="1400" dirty="0"/>
          </a:p>
        </p:txBody>
      </p:sp>
      <p:sp>
        <p:nvSpPr>
          <p:cNvPr id="16" name="Text 14"/>
          <p:cNvSpPr/>
          <p:nvPr/>
        </p:nvSpPr>
        <p:spPr>
          <a:xfrm>
            <a:off x="5120640" y="4596384"/>
            <a:ext cx="1950720" cy="182880"/>
          </a:xfrm>
          <a:prstGeom prst="rect">
            <a:avLst/>
          </a:prstGeom>
          <a:noFill/>
          <a:ln/>
        </p:spPr>
        <p:txBody>
          <a:bodyPr wrap="square" lIns="508" tIns="508" rIns="508" bIns="508" rtlCol="0" anchor="ctr">
            <a:normAutofit lnSpcReduction="10000"/>
          </a:bodyPr>
          <a:lstStyle/>
          <a:p>
            <a:pPr marL="0" indent="0" algn="ctr">
              <a:buNone/>
            </a:pPr>
            <a:r>
              <a:rPr lang="en-US" sz="1266" dirty="0">
                <a:solidFill>
                  <a:srgbClr val="FFFFFF"/>
                </a:solidFill>
                <a:latin typeface="Barlow Semi Condensed" pitchFamily="34" charset="0"/>
                <a:ea typeface="Barlow Semi Condensed" pitchFamily="34" charset="-122"/>
                <a:cs typeface="Barlow Semi Condensed" pitchFamily="34" charset="-120"/>
              </a:rPr>
              <a:t>Refine the solution</a:t>
            </a:r>
            <a:endParaRPr lang="en-US" sz="950" dirty="0"/>
          </a:p>
        </p:txBody>
      </p:sp>
      <p:sp>
        <p:nvSpPr>
          <p:cNvPr id="17" name="Shape 15"/>
          <p:cNvSpPr/>
          <p:nvPr/>
        </p:nvSpPr>
        <p:spPr>
          <a:xfrm>
            <a:off x="2682240" y="2938272"/>
            <a:ext cx="2194560" cy="829056"/>
          </a:xfrm>
          <a:prstGeom prst="roundRect">
            <a:avLst>
              <a:gd name="adj" fmla="val 11765"/>
            </a:avLst>
          </a:prstGeom>
          <a:solidFill>
            <a:srgbClr val="6D8992"/>
          </a:solidFill>
          <a:ln w="16933">
            <a:solidFill>
              <a:srgbClr val="6D8992"/>
            </a:solidFill>
            <a:prstDash val="solid"/>
          </a:ln>
        </p:spPr>
        <p:txBody>
          <a:bodyPr/>
          <a:lstStyle/>
          <a:p>
            <a:endParaRPr/>
          </a:p>
        </p:txBody>
      </p:sp>
      <p:sp>
        <p:nvSpPr>
          <p:cNvPr id="18" name="Text 16"/>
          <p:cNvSpPr/>
          <p:nvPr/>
        </p:nvSpPr>
        <p:spPr>
          <a:xfrm>
            <a:off x="2804160" y="3072384"/>
            <a:ext cx="1950720" cy="219456"/>
          </a:xfrm>
          <a:prstGeom prst="rect">
            <a:avLst/>
          </a:prstGeom>
          <a:noFill/>
          <a:ln/>
        </p:spPr>
        <p:txBody>
          <a:bodyPr wrap="square" lIns="508" tIns="508" rIns="508" bIns="508" rtlCol="0" anchor="ctr">
            <a:normAutofit fontScale="92500" lnSpcReduction="20000"/>
          </a:bodyPr>
          <a:lstStyle/>
          <a:p>
            <a:pPr marL="0" indent="0" algn="ctr">
              <a:buNone/>
            </a:pPr>
            <a:r>
              <a:rPr lang="en-US" sz="1866" b="1" dirty="0">
                <a:solidFill>
                  <a:srgbClr val="FFFFFF"/>
                </a:solidFill>
                <a:latin typeface="Barlow Semi Condensed" pitchFamily="34" charset="0"/>
                <a:ea typeface="Barlow Semi Condensed" pitchFamily="34" charset="-122"/>
                <a:cs typeface="Barlow Semi Condensed" pitchFamily="34" charset="-120"/>
              </a:rPr>
              <a:t>Share it</a:t>
            </a:r>
            <a:endParaRPr lang="en-US" sz="1400" dirty="0"/>
          </a:p>
        </p:txBody>
      </p:sp>
      <p:sp>
        <p:nvSpPr>
          <p:cNvPr id="19" name="Text 17"/>
          <p:cNvSpPr/>
          <p:nvPr/>
        </p:nvSpPr>
        <p:spPr>
          <a:xfrm>
            <a:off x="2804160" y="3377184"/>
            <a:ext cx="1950720" cy="182880"/>
          </a:xfrm>
          <a:prstGeom prst="rect">
            <a:avLst/>
          </a:prstGeom>
          <a:noFill/>
          <a:ln/>
        </p:spPr>
        <p:txBody>
          <a:bodyPr wrap="square" lIns="508" tIns="508" rIns="508" bIns="508" rtlCol="0" anchor="ctr">
            <a:normAutofit lnSpcReduction="10000"/>
          </a:bodyPr>
          <a:lstStyle/>
          <a:p>
            <a:pPr marL="0" indent="0" algn="ctr">
              <a:buNone/>
            </a:pPr>
            <a:r>
              <a:rPr lang="en-US" sz="1266" dirty="0">
                <a:solidFill>
                  <a:srgbClr val="FFFFFF"/>
                </a:solidFill>
                <a:latin typeface="Barlow Semi Condensed" pitchFamily="34" charset="0"/>
                <a:ea typeface="Barlow Semi Condensed" pitchFamily="34" charset="-122"/>
                <a:cs typeface="Barlow Semi Condensed" pitchFamily="34" charset="-120"/>
              </a:rPr>
              <a:t>Help someone else</a:t>
            </a:r>
            <a:endParaRPr lang="en-US" sz="950" dirty="0"/>
          </a:p>
        </p:txBody>
      </p:sp>
      <p:sp>
        <p:nvSpPr>
          <p:cNvPr id="20" name="Shape 18"/>
          <p:cNvSpPr/>
          <p:nvPr/>
        </p:nvSpPr>
        <p:spPr>
          <a:xfrm>
            <a:off x="1280160" y="5388864"/>
            <a:ext cx="9631680" cy="512064"/>
          </a:xfrm>
          <a:prstGeom prst="roundRect">
            <a:avLst>
              <a:gd name="adj" fmla="val 14286"/>
            </a:avLst>
          </a:prstGeom>
          <a:solidFill>
            <a:srgbClr val="F9FF0D"/>
          </a:solidFill>
          <a:ln w="16933">
            <a:solidFill>
              <a:srgbClr val="F9FF0D">
                <a:alpha val="0"/>
              </a:srgbClr>
            </a:solidFill>
            <a:prstDash val="solid"/>
          </a:ln>
        </p:spPr>
        <p:txBody>
          <a:bodyPr/>
          <a:lstStyle/>
          <a:p>
            <a:endParaRPr/>
          </a:p>
        </p:txBody>
      </p:sp>
      <p:sp>
        <p:nvSpPr>
          <p:cNvPr id="21" name="Text 19"/>
          <p:cNvSpPr/>
          <p:nvPr/>
        </p:nvSpPr>
        <p:spPr>
          <a:xfrm>
            <a:off x="1475232" y="5535168"/>
            <a:ext cx="9241536" cy="219456"/>
          </a:xfrm>
          <a:prstGeom prst="rect">
            <a:avLst/>
          </a:prstGeom>
          <a:noFill/>
          <a:ln/>
        </p:spPr>
        <p:txBody>
          <a:bodyPr wrap="square" lIns="508" tIns="508" rIns="508" bIns="508" rtlCol="0" anchor="ctr">
            <a:normAutofit fontScale="85000" lnSpcReduction="20000"/>
          </a:bodyPr>
          <a:lstStyle/>
          <a:p>
            <a:pPr marL="0" indent="0" algn="ctr">
              <a:buNone/>
            </a:pPr>
            <a:r>
              <a:rPr lang="en-US" sz="2000" b="1" dirty="0">
                <a:solidFill>
                  <a:srgbClr val="1B1C19"/>
                </a:solidFill>
                <a:latin typeface="Barlow Semi Condensed" pitchFamily="34" charset="0"/>
                <a:ea typeface="Barlow Semi Condensed" pitchFamily="34" charset="-122"/>
                <a:cs typeface="Barlow Semi Condensed" pitchFamily="34" charset="-120"/>
              </a:rPr>
              <a:t>Keep asking: “How can I make this workflow a little better next time?”</a:t>
            </a:r>
            <a:endParaRPr lang="en-US" sz="1500" dirty="0"/>
          </a:p>
        </p:txBody>
      </p:sp>
      <p:pic>
        <p:nvPicPr>
          <p:cNvPr id="23" name="Image 1" descr="/home/oai/skills/fabletics-deck/assets/logos/F-Icon-White.png"/>
          <p:cNvPicPr>
            <a:picLocks noChangeAspect="1"/>
          </p:cNvPicPr>
          <p:nvPr/>
        </p:nvPicPr>
        <p:blipFill>
          <a:blip r:embed="rId3"/>
          <a:stretch>
            <a:fillRect/>
          </a:stretch>
        </p:blipFill>
        <p:spPr>
          <a:xfrm>
            <a:off x="426720" y="6278880"/>
            <a:ext cx="341376" cy="304800"/>
          </a:xfrm>
          <a:prstGeom prst="rect">
            <a:avLst/>
          </a:prstGeom>
        </p:spPr>
      </p:pic>
      <p:sp>
        <p:nvSpPr>
          <p:cNvPr id="24" name="Text 20"/>
          <p:cNvSpPr/>
          <p:nvPr/>
        </p:nvSpPr>
        <p:spPr>
          <a:xfrm>
            <a:off x="8900160" y="6339840"/>
            <a:ext cx="2682240" cy="304800"/>
          </a:xfrm>
          <a:prstGeom prst="rect">
            <a:avLst/>
          </a:prstGeom>
          <a:noFill/>
          <a:ln/>
        </p:spPr>
        <p:txBody>
          <a:bodyPr wrap="square" lIns="0" tIns="0" rIns="0" bIns="0" rtlCol="0" anchor="ctr"/>
          <a:lstStyle/>
          <a:p>
            <a:pPr marL="0" indent="0" algn="r">
              <a:buNone/>
            </a:pPr>
            <a:r>
              <a:rPr lang="en-US" sz="1066" dirty="0">
                <a:solidFill>
                  <a:srgbClr val="FFFFFF"/>
                </a:solidFill>
                <a:latin typeface="Barlow Semi Condensed" pitchFamily="34" charset="0"/>
                <a:ea typeface="Barlow Semi Condensed" pitchFamily="34" charset="-122"/>
                <a:cs typeface="Barlow Semi Condensed" pitchFamily="34" charset="-120"/>
              </a:rPr>
              <a:t>CONFIDENTIAL        11</a:t>
            </a:r>
            <a:endParaRPr lang="en-US" sz="800" dirty="0"/>
          </a:p>
        </p:txBody>
      </p:sp>
      <p:sp>
        <p:nvSpPr>
          <p:cNvPr id="27" name="Rectangle: Rounded Corners 26">
            <a:extLst>
              <a:ext uri="{FF2B5EF4-FFF2-40B4-BE49-F238E27FC236}">
                <a16:creationId xmlns:a16="http://schemas.microsoft.com/office/drawing/2014/main" id="{BD4F0486-1AC5-CD80-847B-D855D23818FE}"/>
              </a:ext>
            </a:extLst>
          </p:cNvPr>
          <p:cNvSpPr/>
          <p:nvPr/>
        </p:nvSpPr>
        <p:spPr>
          <a:xfrm>
            <a:off x="4767072" y="3950208"/>
            <a:ext cx="292608" cy="170688"/>
          </a:xfrm>
          <a:prstGeom prst="roundRect">
            <a:avLst/>
          </a:prstGeom>
          <a:solidFill>
            <a:srgbClr val="1B1C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1"/>
                </a:solidFill>
              </a:ln>
            </a:endParaRPr>
          </a:p>
        </p:txBody>
      </p:sp>
      <p:sp>
        <p:nvSpPr>
          <p:cNvPr id="26" name="Shape 3">
            <a:extLst>
              <a:ext uri="{FF2B5EF4-FFF2-40B4-BE49-F238E27FC236}">
                <a16:creationId xmlns:a16="http://schemas.microsoft.com/office/drawing/2014/main" id="{5DE0B861-5C5D-AB97-4D39-912B5919A1AC}"/>
              </a:ext>
            </a:extLst>
          </p:cNvPr>
          <p:cNvSpPr/>
          <p:nvPr/>
        </p:nvSpPr>
        <p:spPr>
          <a:xfrm flipH="1" flipV="1">
            <a:off x="4828031" y="3803904"/>
            <a:ext cx="231648" cy="316992"/>
          </a:xfrm>
          <a:prstGeom prst="line">
            <a:avLst/>
          </a:prstGeom>
          <a:noFill/>
          <a:ln w="30480">
            <a:solidFill>
              <a:srgbClr val="BBC4C9"/>
            </a:solidFill>
            <a:prstDash val="solid"/>
            <a:tailEnd type="triangle"/>
          </a:ln>
        </p:spPr>
        <p:txBody>
          <a:bodyPr/>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rlow Semi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rlow Semi Condense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210</TotalTime>
  <Words>1899</Words>
  <Application>Microsoft Office PowerPoint</Application>
  <PresentationFormat>Widescreen</PresentationFormat>
  <Paragraphs>284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Barlow Semi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Fabletics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Workflow Improvement Sprint</dc:title>
  <dc:subject>Workflow Improvement Sprint facilitator deck</dc:subject>
  <dc:creator>OpenAI</dc:creator>
  <cp:lastModifiedBy>Nathan Aramovich</cp:lastModifiedBy>
  <cp:revision>2</cp:revision>
  <dcterms:created xsi:type="dcterms:W3CDTF">2026-07-08T20:59:46Z</dcterms:created>
  <dcterms:modified xsi:type="dcterms:W3CDTF">2026-07-11T22:48:57Z</dcterms:modified>
</cp:coreProperties>
</file>